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79" r:id="rId5"/>
    <p:sldId id="257" r:id="rId6"/>
    <p:sldId id="275" r:id="rId7"/>
    <p:sldId id="281" r:id="rId8"/>
    <p:sldId id="280" r:id="rId9"/>
    <p:sldId id="282" r:id="rId10"/>
    <p:sldId id="258" r:id="rId11"/>
    <p:sldId id="261" r:id="rId12"/>
    <p:sldId id="278" r:id="rId13"/>
    <p:sldId id="264" r:id="rId14"/>
    <p:sldId id="268" r:id="rId15"/>
    <p:sldId id="267" r:id="rId16"/>
    <p:sldId id="266" r:id="rId17"/>
    <p:sldId id="265" r:id="rId18"/>
    <p:sldId id="277" r:id="rId19"/>
    <p:sldId id="286" r:id="rId20"/>
    <p:sldId id="283" r:id="rId21"/>
    <p:sldId id="284" r:id="rId22"/>
    <p:sldId id="285" r:id="rId23"/>
    <p:sldId id="287" r:id="rId24"/>
    <p:sldId id="269" r:id="rId25"/>
    <p:sldId id="288" r:id="rId26"/>
    <p:sldId id="262" r:id="rId27"/>
    <p:sldId id="271" r:id="rId28"/>
    <p:sldId id="289" r:id="rId29"/>
    <p:sldId id="263" r:id="rId30"/>
    <p:sldId id="273" r:id="rId31"/>
    <p:sldId id="290" r:id="rId32"/>
    <p:sldId id="272" r:id="rId33"/>
    <p:sldId id="29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6E58D-2914-A92B-4702-10241154FFE3}" v="2" dt="2026-02-04T14:44:29.975"/>
    <p1510:client id="{B14D4386-C7B9-41FE-8920-C966270F2B8D}" v="19" dt="2026-02-04T14:54:16.264"/>
    <p1510:client id="{B3A98EF1-DC6D-CAE5-CC39-978F5AAAEBA0}" v="19" dt="2026-02-04T14:41:19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,John" userId="475cf0f3-5118-4744-a4bd-290ceade1842" providerId="ADAL" clId="{9AA9A374-3D46-4BC2-9D11-B79BDD00B81E}"/>
    <pc:docChg chg="undo custSel addSld delSld modSld">
      <pc:chgData name="Hay,John" userId="475cf0f3-5118-4744-a4bd-290ceade1842" providerId="ADAL" clId="{9AA9A374-3D46-4BC2-9D11-B79BDD00B81E}" dt="2026-02-04T14:45:27.660" v="17" actId="478"/>
      <pc:docMkLst>
        <pc:docMk/>
      </pc:docMkLst>
      <pc:sldChg chg="delSp modSp add del mod">
        <pc:chgData name="Hay,John" userId="475cf0f3-5118-4744-a4bd-290ceade1842" providerId="ADAL" clId="{9AA9A374-3D46-4BC2-9D11-B79BDD00B81E}" dt="2026-02-04T14:45:27.660" v="17" actId="478"/>
        <pc:sldMkLst>
          <pc:docMk/>
          <pc:sldMk cId="3798492253" sldId="264"/>
        </pc:sldMkLst>
        <pc:graphicFrameChg chg="del mod">
          <ac:chgData name="Hay,John" userId="475cf0f3-5118-4744-a4bd-290ceade1842" providerId="ADAL" clId="{9AA9A374-3D46-4BC2-9D11-B79BDD00B81E}" dt="2026-02-04T14:45:27.660" v="17" actId="478"/>
          <ac:graphicFrameMkLst>
            <pc:docMk/>
            <pc:sldMk cId="3798492253" sldId="264"/>
            <ac:graphicFrameMk id="4" creationId="{E4B78359-0D4E-DF82-F469-21C01E65D718}"/>
          </ac:graphicFrameMkLst>
        </pc:graphicFrameChg>
        <pc:graphicFrameChg chg="del mod">
          <ac:chgData name="Hay,John" userId="475cf0f3-5118-4744-a4bd-290ceade1842" providerId="ADAL" clId="{9AA9A374-3D46-4BC2-9D11-B79BDD00B81E}" dt="2026-02-04T14:45:22.327" v="15" actId="478"/>
          <ac:graphicFrameMkLst>
            <pc:docMk/>
            <pc:sldMk cId="3798492253" sldId="264"/>
            <ac:graphicFrameMk id="5" creationId="{B3B58485-71D7-FA48-5F14-19E4A4F83C23}"/>
          </ac:graphicFrameMkLst>
        </pc:graphicFrameChg>
      </pc:sldChg>
      <pc:sldChg chg="addSp delSp modSp del mod">
        <pc:chgData name="Hay,John" userId="475cf0f3-5118-4744-a4bd-290ceade1842" providerId="ADAL" clId="{9AA9A374-3D46-4BC2-9D11-B79BDD00B81E}" dt="2026-02-02T14:14:01.386" v="10" actId="47"/>
        <pc:sldMkLst>
          <pc:docMk/>
          <pc:sldMk cId="2875432774" sldId="270"/>
        </pc:sldMkLst>
        <pc:spChg chg="mod ord">
          <ac:chgData name="Hay,John" userId="475cf0f3-5118-4744-a4bd-290ceade1842" providerId="ADAL" clId="{9AA9A374-3D46-4BC2-9D11-B79BDD00B81E}" dt="2026-02-02T14:07:30.087" v="2" actId="26606"/>
          <ac:spMkLst>
            <pc:docMk/>
            <pc:sldMk cId="2875432774" sldId="270"/>
            <ac:spMk id="2" creationId="{4B748418-3275-2A0E-5E61-D9D5EFB43A3D}"/>
          </ac:spMkLst>
        </pc:spChg>
        <pc:spChg chg="add mod">
          <ac:chgData name="Hay,John" userId="475cf0f3-5118-4744-a4bd-290ceade1842" providerId="ADAL" clId="{9AA9A374-3D46-4BC2-9D11-B79BDD00B81E}" dt="2026-02-02T14:11:08.975" v="9" actId="14826"/>
          <ac:spMkLst>
            <pc:docMk/>
            <pc:sldMk cId="2875432774" sldId="270"/>
            <ac:spMk id="3" creationId="{BE45E3B6-CFD4-14CB-ABC3-1B105D615EC0}"/>
          </ac:spMkLst>
        </pc:spChg>
        <pc:spChg chg="mod">
          <ac:chgData name="Hay,John" userId="475cf0f3-5118-4744-a4bd-290ceade1842" providerId="ADAL" clId="{9AA9A374-3D46-4BC2-9D11-B79BDD00B81E}" dt="2026-02-02T14:07:30.087" v="2" actId="26606"/>
          <ac:spMkLst>
            <pc:docMk/>
            <pc:sldMk cId="2875432774" sldId="270"/>
            <ac:spMk id="4" creationId="{BAA0231E-BCCA-5079-CA24-B0AAD90900AD}"/>
          </ac:spMkLst>
        </pc:spChg>
        <pc:spChg chg="add del">
          <ac:chgData name="Hay,John" userId="475cf0f3-5118-4744-a4bd-290ceade1842" providerId="ADAL" clId="{9AA9A374-3D46-4BC2-9D11-B79BDD00B81E}" dt="2026-02-02T14:07:30.087" v="2" actId="26606"/>
          <ac:spMkLst>
            <pc:docMk/>
            <pc:sldMk cId="2875432774" sldId="270"/>
            <ac:spMk id="11" creationId="{3BA513B0-82FF-4F41-8178-885375D1CFB5}"/>
          </ac:spMkLst>
        </pc:spChg>
        <pc:grpChg chg="add del">
          <ac:chgData name="Hay,John" userId="475cf0f3-5118-4744-a4bd-290ceade1842" providerId="ADAL" clId="{9AA9A374-3D46-4BC2-9D11-B79BDD00B81E}" dt="2026-02-02T14:07:30.087" v="2" actId="26606"/>
          <ac:grpSpMkLst>
            <pc:docMk/>
            <pc:sldMk cId="2875432774" sldId="270"/>
            <ac:grpSpMk id="13" creationId="{93DB8501-F9F2-4ACD-B56A-9019CD5006D6}"/>
          </ac:grpSpMkLst>
        </pc:grpChg>
        <pc:picChg chg="mod">
          <ac:chgData name="Hay,John" userId="475cf0f3-5118-4744-a4bd-290ceade1842" providerId="ADAL" clId="{9AA9A374-3D46-4BC2-9D11-B79BDD00B81E}" dt="2026-02-02T14:11:08.975" v="9" actId="14826"/>
          <ac:picMkLst>
            <pc:docMk/>
            <pc:sldMk cId="2875432774" sldId="270"/>
            <ac:picMk id="6" creationId="{06C4BF66-AA2A-ACAB-4A71-A53B85E13C82}"/>
          </ac:picMkLst>
        </pc:picChg>
      </pc:sldChg>
      <pc:sldChg chg="modSp mod">
        <pc:chgData name="Hay,John" userId="475cf0f3-5118-4744-a4bd-290ceade1842" providerId="ADAL" clId="{9AA9A374-3D46-4BC2-9D11-B79BDD00B81E}" dt="2026-02-02T13:17:16.920" v="0" actId="20577"/>
        <pc:sldMkLst>
          <pc:docMk/>
          <pc:sldMk cId="77740342" sldId="274"/>
        </pc:sldMkLst>
        <pc:spChg chg="mod">
          <ac:chgData name="Hay,John" userId="475cf0f3-5118-4744-a4bd-290ceade1842" providerId="ADAL" clId="{9AA9A374-3D46-4BC2-9D11-B79BDD00B81E}" dt="2026-02-02T13:17:16.920" v="0" actId="20577"/>
          <ac:spMkLst>
            <pc:docMk/>
            <pc:sldMk cId="77740342" sldId="274"/>
            <ac:spMk id="6" creationId="{FC802729-545D-3374-64B8-FA9FC9FC09BF}"/>
          </ac:spMkLst>
        </pc:spChg>
      </pc:sldChg>
      <pc:sldChg chg="modSp mod">
        <pc:chgData name="Hay,John" userId="475cf0f3-5118-4744-a4bd-290ceade1842" providerId="ADAL" clId="{9AA9A374-3D46-4BC2-9D11-B79BDD00B81E}" dt="2026-02-02T14:10:07.716" v="8" actId="1076"/>
        <pc:sldMkLst>
          <pc:docMk/>
          <pc:sldMk cId="1221665489" sldId="283"/>
        </pc:sldMkLst>
        <pc:picChg chg="mod">
          <ac:chgData name="Hay,John" userId="475cf0f3-5118-4744-a4bd-290ceade1842" providerId="ADAL" clId="{9AA9A374-3D46-4BC2-9D11-B79BDD00B81E}" dt="2026-02-02T14:10:07.716" v="8" actId="1076"/>
          <ac:picMkLst>
            <pc:docMk/>
            <pc:sldMk cId="1221665489" sldId="283"/>
            <ac:picMk id="3" creationId="{076BD78D-37F3-EE12-67FA-7A1E309E2CF2}"/>
          </ac:picMkLst>
        </pc:picChg>
      </pc:sldChg>
    </pc:docChg>
  </pc:docChgLst>
  <pc:docChgLst>
    <pc:chgData name="Burchell,Thomas" userId="S::w0516036@campus.nscc.ca::bce7e793-7ca7-4889-a608-6d06a8612b91" providerId="AD" clId="Web-{60A6E58D-2914-A92B-4702-10241154FFE3}"/>
    <pc:docChg chg="addSld delSld modSld">
      <pc:chgData name="Burchell,Thomas" userId="S::w0516036@campus.nscc.ca::bce7e793-7ca7-4889-a608-6d06a8612b91" providerId="AD" clId="Web-{60A6E58D-2914-A92B-4702-10241154FFE3}" dt="2026-02-04T14:44:52.772" v="3" actId="14100"/>
      <pc:docMkLst>
        <pc:docMk/>
      </pc:docMkLst>
      <pc:sldChg chg="modSp">
        <pc:chgData name="Burchell,Thomas" userId="S::w0516036@campus.nscc.ca::bce7e793-7ca7-4889-a608-6d06a8612b91" providerId="AD" clId="Web-{60A6E58D-2914-A92B-4702-10241154FFE3}" dt="2026-02-04T14:44:52.772" v="3" actId="14100"/>
        <pc:sldMkLst>
          <pc:docMk/>
          <pc:sldMk cId="3798492253" sldId="264"/>
        </pc:sldMkLst>
        <pc:graphicFrameChg chg="mod">
          <ac:chgData name="Burchell,Thomas" userId="S::w0516036@campus.nscc.ca::bce7e793-7ca7-4889-a608-6d06a8612b91" providerId="AD" clId="Web-{60A6E58D-2914-A92B-4702-10241154FFE3}" dt="2026-02-04T14:44:52.772" v="3" actId="14100"/>
          <ac:graphicFrameMkLst>
            <pc:docMk/>
            <pc:sldMk cId="3798492253" sldId="264"/>
            <ac:graphicFrameMk id="4" creationId="{E4B78359-0D4E-DF82-F469-21C01E65D718}"/>
          </ac:graphicFrameMkLst>
        </pc:graphicFrameChg>
      </pc:sldChg>
      <pc:sldChg chg="add del replId">
        <pc:chgData name="Burchell,Thomas" userId="S::w0516036@campus.nscc.ca::bce7e793-7ca7-4889-a608-6d06a8612b91" providerId="AD" clId="Web-{60A6E58D-2914-A92B-4702-10241154FFE3}" dt="2026-02-04T14:44:29.975" v="1"/>
        <pc:sldMkLst>
          <pc:docMk/>
          <pc:sldMk cId="1106338077" sldId="293"/>
        </pc:sldMkLst>
      </pc:sldChg>
    </pc:docChg>
  </pc:docChgLst>
  <pc:docChgLst>
    <pc:chgData name="Wasiliew,Leon" userId="S::w0496661@campus.nscc.ca::59c7bcc2-c00d-4d51-a9e2-958bf126fa3a" providerId="AD" clId="Web-{B3A98EF1-DC6D-CAE5-CC39-978F5AAAEBA0}"/>
    <pc:docChg chg="modSld">
      <pc:chgData name="Wasiliew,Leon" userId="S::w0496661@campus.nscc.ca::59c7bcc2-c00d-4d51-a9e2-958bf126fa3a" providerId="AD" clId="Web-{B3A98EF1-DC6D-CAE5-CC39-978F5AAAEBA0}" dt="2026-02-04T14:41:17.422" v="17" actId="20577"/>
      <pc:docMkLst>
        <pc:docMk/>
      </pc:docMkLst>
      <pc:sldChg chg="modSp">
        <pc:chgData name="Wasiliew,Leon" userId="S::w0496661@campus.nscc.ca::59c7bcc2-c00d-4d51-a9e2-958bf126fa3a" providerId="AD" clId="Web-{B3A98EF1-DC6D-CAE5-CC39-978F5AAAEBA0}" dt="2026-02-04T14:41:17.422" v="17" actId="20577"/>
        <pc:sldMkLst>
          <pc:docMk/>
          <pc:sldMk cId="1173169620" sldId="287"/>
        </pc:sldMkLst>
        <pc:spChg chg="mod">
          <ac:chgData name="Wasiliew,Leon" userId="S::w0496661@campus.nscc.ca::59c7bcc2-c00d-4d51-a9e2-958bf126fa3a" providerId="AD" clId="Web-{B3A98EF1-DC6D-CAE5-CC39-978F5AAAEBA0}" dt="2026-02-04T14:41:17.422" v="17" actId="20577"/>
          <ac:spMkLst>
            <pc:docMk/>
            <pc:sldMk cId="1173169620" sldId="287"/>
            <ac:spMk id="2" creationId="{83798829-CD5A-DCFF-FD46-02DFFFBBB649}"/>
          </ac:spMkLst>
        </pc:spChg>
      </pc:sldChg>
    </pc:docChg>
  </pc:docChgLst>
  <pc:docChgLst>
    <pc:chgData name="Payette,Kael" userId="S::w0517211@campus.nscc.ca::b8d9149e-7ea3-4589-a96f-d690b739fd7d" providerId="AD" clId="Web-{3CBB3C9D-1B76-C066-4B38-C13B09B12FC9}"/>
    <pc:docChg chg="modSld">
      <pc:chgData name="Payette,Kael" userId="S::w0517211@campus.nscc.ca::b8d9149e-7ea3-4589-a96f-d690b739fd7d" providerId="AD" clId="Web-{3CBB3C9D-1B76-C066-4B38-C13B09B12FC9}" dt="2026-02-02T16:39:02.734" v="95"/>
      <pc:docMkLst>
        <pc:docMk/>
      </pc:docMkLst>
      <pc:sldChg chg="addSp delSp modSp">
        <pc:chgData name="Payette,Kael" userId="S::w0517211@campus.nscc.ca::b8d9149e-7ea3-4589-a96f-d690b739fd7d" providerId="AD" clId="Web-{3CBB3C9D-1B76-C066-4B38-C13B09B12FC9}" dt="2026-02-02T15:35:18.732" v="92" actId="20577"/>
        <pc:sldMkLst>
          <pc:docMk/>
          <pc:sldMk cId="0" sldId="256"/>
        </pc:sldMkLst>
        <pc:spChg chg="mod">
          <ac:chgData name="Payette,Kael" userId="S::w0517211@campus.nscc.ca::b8d9149e-7ea3-4589-a96f-d690b739fd7d" providerId="AD" clId="Web-{3CBB3C9D-1B76-C066-4B38-C13B09B12FC9}" dt="2026-02-02T15:34:40.919" v="84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Payette,Kael" userId="S::w0517211@campus.nscc.ca::b8d9149e-7ea3-4589-a96f-d690b739fd7d" providerId="AD" clId="Web-{3CBB3C9D-1B76-C066-4B38-C13B09B12FC9}" dt="2026-02-02T15:35:18.732" v="92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ayette,Kael" userId="S::w0517211@campus.nscc.ca::b8d9149e-7ea3-4589-a96f-d690b739fd7d" providerId="AD" clId="Web-{3CBB3C9D-1B76-C066-4B38-C13B09B12FC9}" dt="2026-02-02T15:31:38.022" v="44"/>
          <ac:spMkLst>
            <pc:docMk/>
            <pc:sldMk cId="0" sldId="256"/>
            <ac:spMk id="4" creationId="{B67E4F50-2B64-CA4E-78B7-F3C6ECDA317F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0:51.473" v="39"/>
          <ac:spMkLst>
            <pc:docMk/>
            <pc:sldMk cId="0" sldId="256"/>
            <ac:spMk id="9" creationId="{C0763A76-9F1C-4FC5-82B7-DD475DA461B2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0:51.473" v="39"/>
          <ac:spMkLst>
            <pc:docMk/>
            <pc:sldMk cId="0" sldId="256"/>
            <ac:spMk id="11" creationId="{E81BF4F6-F2CF-4984-9D14-D6966D92F99F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0:51.473" v="38"/>
          <ac:spMkLst>
            <pc:docMk/>
            <pc:sldMk cId="0" sldId="256"/>
            <ac:spMk id="16" creationId="{F13C74B1-5B17-4795-BED0-7140497B445A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0:51.473" v="38"/>
          <ac:spMkLst>
            <pc:docMk/>
            <pc:sldMk cId="0" sldId="256"/>
            <ac:spMk id="18" creationId="{D4974D33-8DC5-464E-8C6D-BE58F0669C1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1:38.022" v="44"/>
          <ac:spMkLst>
            <pc:docMk/>
            <pc:sldMk cId="0" sldId="256"/>
            <ac:spMk id="20" creationId="{04812C46-200A-4DEB-A05E-3ED6C68C238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1:38.022" v="44"/>
          <ac:spMkLst>
            <pc:docMk/>
            <pc:sldMk cId="0" sldId="256"/>
            <ac:spMk id="21" creationId="{D1EA859B-E555-4109-94F3-6700E046E00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04.369" v="65"/>
          <ac:spMkLst>
            <pc:docMk/>
            <pc:sldMk cId="0" sldId="256"/>
            <ac:spMk id="26" creationId="{F13C74B1-5B17-4795-BED0-7140497B445A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04.369" v="65"/>
          <ac:spMkLst>
            <pc:docMk/>
            <pc:sldMk cId="0" sldId="256"/>
            <ac:spMk id="28" creationId="{D4974D33-8DC5-464E-8C6D-BE58F0669C1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1.289" v="48"/>
          <ac:spMkLst>
            <pc:docMk/>
            <pc:sldMk cId="0" sldId="256"/>
            <ac:spMk id="33" creationId="{327D73B4-9F5C-4A64-A179-51B9500CB8B5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1.289" v="48"/>
          <ac:spMkLst>
            <pc:docMk/>
            <pc:sldMk cId="0" sldId="256"/>
            <ac:spMk id="35" creationId="{C1F06963-6374-4B48-844F-071A9BAAAE02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1.289" v="48"/>
          <ac:spMkLst>
            <pc:docMk/>
            <pc:sldMk cId="0" sldId="256"/>
            <ac:spMk id="37" creationId="{6CB927A4-E432-4310-9CD5-E89FF5063179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1.289" v="48"/>
          <ac:spMkLst>
            <pc:docMk/>
            <pc:sldMk cId="0" sldId="256"/>
            <ac:spMk id="39" creationId="{1453BF6C-B012-48B7-B4E8-6D7AC7C27D02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1.289" v="48"/>
          <ac:spMkLst>
            <pc:docMk/>
            <pc:sldMk cId="0" sldId="256"/>
            <ac:spMk id="41" creationId="{E3020543-B24B-4EC4-8FFC-8DD88EEA91A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9.852" v="50"/>
          <ac:spMkLst>
            <pc:docMk/>
            <pc:sldMk cId="0" sldId="256"/>
            <ac:spMk id="45" creationId="{04812C46-200A-4DEB-A05E-3ED6C68C238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29.852" v="50"/>
          <ac:spMkLst>
            <pc:docMk/>
            <pc:sldMk cId="0" sldId="256"/>
            <ac:spMk id="46" creationId="{D1EA859B-E555-4109-94F3-6700E046E00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2:33.852" v="52"/>
          <ac:spMkLst>
            <pc:docMk/>
            <pc:sldMk cId="0" sldId="256"/>
            <ac:spMk id="48" creationId="{C3D6EC93-F369-413E-AA67-5D4104161046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04.353" v="64"/>
          <ac:spMkLst>
            <pc:docMk/>
            <pc:sldMk cId="0" sldId="256"/>
            <ac:spMk id="66" creationId="{9F7D5CDA-D291-4307-BF55-1381FED29634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04.353" v="64"/>
          <ac:spMkLst>
            <pc:docMk/>
            <pc:sldMk cId="0" sldId="256"/>
            <ac:spMk id="67" creationId="{59B296B9-C5A5-4E4F-9B60-C907B5F1466C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04.353" v="64"/>
          <ac:spMkLst>
            <pc:docMk/>
            <pc:sldMk cId="0" sldId="256"/>
            <ac:spMk id="68" creationId="{D0300FD3-5AF1-6305-15FA-9078072672E2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57.355" v="75"/>
          <ac:spMkLst>
            <pc:docMk/>
            <pc:sldMk cId="0" sldId="256"/>
            <ac:spMk id="70" creationId="{04812C46-200A-4DEB-A05E-3ED6C68C238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57.355" v="75"/>
          <ac:spMkLst>
            <pc:docMk/>
            <pc:sldMk cId="0" sldId="256"/>
            <ac:spMk id="71" creationId="{D1EA859B-E555-4109-94F3-6700E046E00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5.588" v="68"/>
          <ac:spMkLst>
            <pc:docMk/>
            <pc:sldMk cId="0" sldId="256"/>
            <ac:spMk id="76" creationId="{0D7B6173-1D58-48E2-83CF-37350F315F75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5.588" v="68"/>
          <ac:spMkLst>
            <pc:docMk/>
            <pc:sldMk cId="0" sldId="256"/>
            <ac:spMk id="78" creationId="{BE149CDF-5DAC-4860-A285-9492CF2090AA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5.588" v="68"/>
          <ac:spMkLst>
            <pc:docMk/>
            <pc:sldMk cId="0" sldId="256"/>
            <ac:spMk id="82" creationId="{21BDEC81-16A7-4451-B893-C15000083B7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5.588" v="68"/>
          <ac:spMkLst>
            <pc:docMk/>
            <pc:sldMk cId="0" sldId="256"/>
            <ac:spMk id="84" creationId="{26A515A1-4D80-430E-BE0A-71A290516A82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8.417" v="70"/>
          <ac:spMkLst>
            <pc:docMk/>
            <pc:sldMk cId="0" sldId="256"/>
            <ac:spMk id="86" creationId="{19C9EAEA-39D0-4B0E-A0EB-51E7B26740B1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8.417" v="70"/>
          <ac:spMkLst>
            <pc:docMk/>
            <pc:sldMk cId="0" sldId="256"/>
            <ac:spMk id="87" creationId="{201CC55D-ED54-4C5C-95E6-10947BD1103B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8.417" v="70"/>
          <ac:spMkLst>
            <pc:docMk/>
            <pc:sldMk cId="0" sldId="256"/>
            <ac:spMk id="90" creationId="{3873B707-463F-40B0-8227-E8CC6C67EB25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28.417" v="70"/>
          <ac:spMkLst>
            <pc:docMk/>
            <pc:sldMk cId="0" sldId="256"/>
            <ac:spMk id="91" creationId="{C13237C8-E62C-4F0D-A318-BD6FB6C2D13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34.495" v="72"/>
          <ac:spMkLst>
            <pc:docMk/>
            <pc:sldMk cId="0" sldId="256"/>
            <ac:spMk id="93" creationId="{3AFE8227-C443-417B-BA91-520EB1EF4559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34.495" v="72"/>
          <ac:spMkLst>
            <pc:docMk/>
            <pc:sldMk cId="0" sldId="256"/>
            <ac:spMk id="94" creationId="{907741FC-B544-4A6E-B831-6789D042333D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34.495" v="72"/>
          <ac:spMkLst>
            <pc:docMk/>
            <pc:sldMk cId="0" sldId="256"/>
            <ac:spMk id="95" creationId="{3F0BE7ED-7814-4273-B18A-F26CC0380380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57.339" v="74"/>
          <ac:spMkLst>
            <pc:docMk/>
            <pc:sldMk cId="0" sldId="256"/>
            <ac:spMk id="97" creationId="{04812C46-200A-4DEB-A05E-3ED6C68C2387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3:57.339" v="74"/>
          <ac:spMkLst>
            <pc:docMk/>
            <pc:sldMk cId="0" sldId="256"/>
            <ac:spMk id="98" creationId="{D1EA859B-E555-4109-94F3-6700E046E00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4:40.919" v="84"/>
          <ac:spMkLst>
            <pc:docMk/>
            <pc:sldMk cId="0" sldId="256"/>
            <ac:spMk id="100" creationId="{C0A1ED06-4733-4020-9C60-81D4D801408D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5:34:40.919" v="84"/>
          <ac:spMkLst>
            <pc:docMk/>
            <pc:sldMk cId="0" sldId="256"/>
            <ac:spMk id="101" creationId="{B0CA3509-3AF9-45FE-93ED-57BB5D5E8E07}"/>
          </ac:spMkLst>
        </pc:spChg>
        <pc:spChg chg="add">
          <ac:chgData name="Payette,Kael" userId="S::w0517211@campus.nscc.ca::b8d9149e-7ea3-4589-a96f-d690b739fd7d" providerId="AD" clId="Web-{3CBB3C9D-1B76-C066-4B38-C13B09B12FC9}" dt="2026-02-02T15:34:40.919" v="84"/>
          <ac:spMkLst>
            <pc:docMk/>
            <pc:sldMk cId="0" sldId="256"/>
            <ac:spMk id="106" creationId="{A9D2268A-D939-4E78-91B6-6C7E46406788}"/>
          </ac:spMkLst>
        </pc:spChg>
        <pc:spChg chg="add">
          <ac:chgData name="Payette,Kael" userId="S::w0517211@campus.nscc.ca::b8d9149e-7ea3-4589-a96f-d690b739fd7d" providerId="AD" clId="Web-{3CBB3C9D-1B76-C066-4B38-C13B09B12FC9}" dt="2026-02-02T15:34:40.919" v="84"/>
          <ac:spMkLst>
            <pc:docMk/>
            <pc:sldMk cId="0" sldId="256"/>
            <ac:spMk id="108" creationId="{E0C43A58-225D-452D-8185-0D89D1EED861}"/>
          </ac:spMkLst>
        </pc:spChg>
        <pc:grpChg chg="add del">
          <ac:chgData name="Payette,Kael" userId="S::w0517211@campus.nscc.ca::b8d9149e-7ea3-4589-a96f-d690b739fd7d" providerId="AD" clId="Web-{3CBB3C9D-1B76-C066-4B38-C13B09B12FC9}" dt="2026-02-02T15:32:33.852" v="52"/>
          <ac:grpSpMkLst>
            <pc:docMk/>
            <pc:sldMk cId="0" sldId="256"/>
            <ac:grpSpMk id="49" creationId="{4EA04677-6B2C-40F4-975C-ED9196552771}"/>
          </ac:grpSpMkLst>
        </pc:grpChg>
        <pc:grpChg chg="add del">
          <ac:chgData name="Payette,Kael" userId="S::w0517211@campus.nscc.ca::b8d9149e-7ea3-4589-a96f-d690b739fd7d" providerId="AD" clId="Web-{3CBB3C9D-1B76-C066-4B38-C13B09B12FC9}" dt="2026-02-02T15:32:39.134" v="56"/>
          <ac:grpSpMkLst>
            <pc:docMk/>
            <pc:sldMk cId="0" sldId="256"/>
            <ac:grpSpMk id="54" creationId="{6258F736-B256-8039-9DC6-F4E49A5C5AD5}"/>
          </ac:grpSpMkLst>
        </pc:grpChg>
        <pc:grpChg chg="add del">
          <ac:chgData name="Payette,Kael" userId="S::w0517211@campus.nscc.ca::b8d9149e-7ea3-4589-a96f-d690b739fd7d" providerId="AD" clId="Web-{3CBB3C9D-1B76-C066-4B38-C13B09B12FC9}" dt="2026-02-02T15:32:41.696" v="58"/>
          <ac:grpSpMkLst>
            <pc:docMk/>
            <pc:sldMk cId="0" sldId="256"/>
            <ac:grpSpMk id="57" creationId="{A5AFD70F-20E3-55D2-E154-7D4FACFBB016}"/>
          </ac:grpSpMkLst>
        </pc:grpChg>
        <pc:grpChg chg="add del">
          <ac:chgData name="Payette,Kael" userId="S::w0517211@campus.nscc.ca::b8d9149e-7ea3-4589-a96f-d690b739fd7d" providerId="AD" clId="Web-{3CBB3C9D-1B76-C066-4B38-C13B09B12FC9}" dt="2026-02-02T15:32:46.853" v="60"/>
          <ac:grpSpMkLst>
            <pc:docMk/>
            <pc:sldMk cId="0" sldId="256"/>
            <ac:grpSpMk id="60" creationId="{BE589684-54CA-64D8-C963-5F19FF75BF72}"/>
          </ac:grpSpMkLst>
        </pc:grpChg>
        <pc:grpChg chg="add del">
          <ac:chgData name="Payette,Kael" userId="S::w0517211@campus.nscc.ca::b8d9149e-7ea3-4589-a96f-d690b739fd7d" providerId="AD" clId="Web-{3CBB3C9D-1B76-C066-4B38-C13B09B12FC9}" dt="2026-02-02T15:32:51.994" v="62"/>
          <ac:grpSpMkLst>
            <pc:docMk/>
            <pc:sldMk cId="0" sldId="256"/>
            <ac:grpSpMk id="63" creationId="{1FD67D68-9B83-C338-8342-3348D8F22347}"/>
          </ac:grpSpMkLst>
        </pc:grpChg>
        <pc:grpChg chg="add del">
          <ac:chgData name="Payette,Kael" userId="S::w0517211@campus.nscc.ca::b8d9149e-7ea3-4589-a96f-d690b739fd7d" providerId="AD" clId="Web-{3CBB3C9D-1B76-C066-4B38-C13B09B12FC9}" dt="2026-02-02T15:33:28.417" v="70"/>
          <ac:grpSpMkLst>
            <pc:docMk/>
            <pc:sldMk cId="0" sldId="256"/>
            <ac:grpSpMk id="88" creationId="{1DE889C7-FAD6-4397-98E2-05D503484459}"/>
          </ac:grpSpMkLst>
        </pc:grpChg>
        <pc:picChg chg="mod ord">
          <ac:chgData name="Payette,Kael" userId="S::w0517211@campus.nscc.ca::b8d9149e-7ea3-4589-a96f-d690b739fd7d" providerId="AD" clId="Web-{3CBB3C9D-1B76-C066-4B38-C13B09B12FC9}" dt="2026-02-02T15:34:40.919" v="84"/>
          <ac:picMkLst>
            <pc:docMk/>
            <pc:sldMk cId="0" sldId="256"/>
            <ac:picMk id="5" creationId="{78BABE50-786F-FBD7-E85A-8742BCD84F0B}"/>
          </ac:picMkLst>
        </pc:picChg>
        <pc:picChg chg="add del">
          <ac:chgData name="Payette,Kael" userId="S::w0517211@campus.nscc.ca::b8d9149e-7ea3-4589-a96f-d690b739fd7d" providerId="AD" clId="Web-{3CBB3C9D-1B76-C066-4B38-C13B09B12FC9}" dt="2026-02-02T15:33:25.588" v="68"/>
          <ac:picMkLst>
            <pc:docMk/>
            <pc:sldMk cId="0" sldId="256"/>
            <ac:picMk id="80" creationId="{B0DAC8FB-A162-44E3-A606-C855A03A5B09}"/>
          </ac:picMkLst>
        </pc:picChg>
        <pc:cxnChg chg="add del">
          <ac:chgData name="Payette,Kael" userId="S::w0517211@campus.nscc.ca::b8d9149e-7ea3-4589-a96f-d690b739fd7d" providerId="AD" clId="Web-{3CBB3C9D-1B76-C066-4B38-C13B09B12FC9}" dt="2026-02-02T15:32:36.774" v="54"/>
          <ac:cxnSpMkLst>
            <pc:docMk/>
            <pc:sldMk cId="0" sldId="256"/>
            <ac:cxnSpMk id="52" creationId="{249EDD1B-F94D-B4E6-ACAA-566B9A26FDE3}"/>
          </ac:cxnSpMkLst>
        </pc:cxnChg>
      </pc:sldChg>
      <pc:sldChg chg="addSp delSp modSp">
        <pc:chgData name="Payette,Kael" userId="S::w0517211@campus.nscc.ca::b8d9149e-7ea3-4589-a96f-d690b739fd7d" providerId="AD" clId="Web-{3CBB3C9D-1B76-C066-4B38-C13B09B12FC9}" dt="2026-02-02T14:07:45.092" v="2"/>
        <pc:sldMkLst>
          <pc:docMk/>
          <pc:sldMk cId="0" sldId="259"/>
        </pc:sldMkLst>
        <pc:spChg chg="mod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26" creationId="{6F5A5072-7B47-4D32-B52A-4EBBF590B8A5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28" creationId="{9715DAF0-AE1B-46C9-8A6B-DB2AA05AB91D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30" creationId="{6016219D-510E-4184-9090-6D5578A87BD1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32" creationId="{AFF4A713-7B75-4B21-90D7-5AB19547C728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34" creationId="{DC631C0B-6DA6-4E57-8231-CE32B3434A7E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36" creationId="{C29501E6-A978-4A61-9689-9085AF97A53A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76" v="1"/>
          <ac:spMkLst>
            <pc:docMk/>
            <pc:sldMk cId="0" sldId="259"/>
            <ac:spMk id="43" creationId="{A3363022-C969-41E9-8EB2-E4C94908C1FA}"/>
          </ac:spMkLst>
        </pc:spChg>
        <pc:spChg chg="add del">
          <ac:chgData name="Payette,Kael" userId="S::w0517211@campus.nscc.ca::b8d9149e-7ea3-4589-a96f-d690b739fd7d" providerId="AD" clId="Web-{3CBB3C9D-1B76-C066-4B38-C13B09B12FC9}" dt="2026-02-02T14:07:45.076" v="1"/>
          <ac:spMkLst>
            <pc:docMk/>
            <pc:sldMk cId="0" sldId="259"/>
            <ac:spMk id="45" creationId="{8D1AD6B3-BE88-4CEB-BA17-790657CC4729}"/>
          </ac:spMkLst>
        </pc:spChg>
        <pc:spChg chg="add">
          <ac:chgData name="Payette,Kael" userId="S::w0517211@campus.nscc.ca::b8d9149e-7ea3-4589-a96f-d690b739fd7d" providerId="AD" clId="Web-{3CBB3C9D-1B76-C066-4B38-C13B09B12FC9}" dt="2026-02-02T14:07:45.092" v="2"/>
          <ac:spMkLst>
            <pc:docMk/>
            <pc:sldMk cId="0" sldId="259"/>
            <ac:spMk id="52" creationId="{74751229-0244-4FBB-BED1-407467F4C951}"/>
          </ac:spMkLst>
        </pc:spChg>
        <pc:picChg chg="add del">
          <ac:chgData name="Payette,Kael" userId="S::w0517211@campus.nscc.ca::b8d9149e-7ea3-4589-a96f-d690b739fd7d" providerId="AD" clId="Web-{3CBB3C9D-1B76-C066-4B38-C13B09B12FC9}" dt="2026-02-02T14:07:45.076" v="1"/>
          <ac:picMkLst>
            <pc:docMk/>
            <pc:sldMk cId="0" sldId="259"/>
            <ac:picMk id="40" creationId="{88FE8945-452E-8025-6601-B2642F2BEF88}"/>
          </ac:picMkLst>
        </pc:picChg>
        <pc:picChg chg="add">
          <ac:chgData name="Payette,Kael" userId="S::w0517211@campus.nscc.ca::b8d9149e-7ea3-4589-a96f-d690b739fd7d" providerId="AD" clId="Web-{3CBB3C9D-1B76-C066-4B38-C13B09B12FC9}" dt="2026-02-02T14:07:45.092" v="2"/>
          <ac:picMkLst>
            <pc:docMk/>
            <pc:sldMk cId="0" sldId="259"/>
            <ac:picMk id="42" creationId="{0F72DDA5-298E-442A-ACF6-87E97BA331CD}"/>
          </ac:picMkLst>
        </pc:picChg>
        <pc:picChg chg="add">
          <ac:chgData name="Payette,Kael" userId="S::w0517211@campus.nscc.ca::b8d9149e-7ea3-4589-a96f-d690b739fd7d" providerId="AD" clId="Web-{3CBB3C9D-1B76-C066-4B38-C13B09B12FC9}" dt="2026-02-02T14:07:45.092" v="2"/>
          <ac:picMkLst>
            <pc:docMk/>
            <pc:sldMk cId="0" sldId="259"/>
            <ac:picMk id="53" creationId="{4BE715C0-DFEF-4FA4-C9BD-86F0EC0E6956}"/>
          </ac:picMkLst>
        </pc:picChg>
      </pc:sldChg>
      <pc:sldChg chg="modSp">
        <pc:chgData name="Payette,Kael" userId="S::w0517211@campus.nscc.ca::b8d9149e-7ea3-4589-a96f-d690b739fd7d" providerId="AD" clId="Web-{3CBB3C9D-1B76-C066-4B38-C13B09B12FC9}" dt="2026-02-02T14:12:47.205" v="17" actId="14100"/>
        <pc:sldMkLst>
          <pc:docMk/>
          <pc:sldMk cId="3455049378" sldId="275"/>
        </pc:sldMkLst>
        <pc:spChg chg="mod">
          <ac:chgData name="Payette,Kael" userId="S::w0517211@campus.nscc.ca::b8d9149e-7ea3-4589-a96f-d690b739fd7d" providerId="AD" clId="Web-{3CBB3C9D-1B76-C066-4B38-C13B09B12FC9}" dt="2026-02-02T14:12:22.735" v="11" actId="14100"/>
          <ac:spMkLst>
            <pc:docMk/>
            <pc:sldMk cId="3455049378" sldId="275"/>
            <ac:spMk id="17" creationId="{56A9F02F-D54E-B7D4-D135-638025C1B561}"/>
          </ac:spMkLst>
        </pc:spChg>
        <pc:picChg chg="mod">
          <ac:chgData name="Payette,Kael" userId="S::w0517211@campus.nscc.ca::b8d9149e-7ea3-4589-a96f-d690b739fd7d" providerId="AD" clId="Web-{3CBB3C9D-1B76-C066-4B38-C13B09B12FC9}" dt="2026-02-02T14:12:47.205" v="17" actId="14100"/>
          <ac:picMkLst>
            <pc:docMk/>
            <pc:sldMk cId="3455049378" sldId="275"/>
            <ac:picMk id="15" creationId="{F6AE8661-386A-A1BD-6285-9BD1FEFB09C7}"/>
          </ac:picMkLst>
        </pc:picChg>
      </pc:sldChg>
      <pc:sldChg chg="addSp">
        <pc:chgData name="Payette,Kael" userId="S::w0517211@campus.nscc.ca::b8d9149e-7ea3-4589-a96f-d690b739fd7d" providerId="AD" clId="Web-{3CBB3C9D-1B76-C066-4B38-C13B09B12FC9}" dt="2026-02-02T16:38:52.250" v="93"/>
        <pc:sldMkLst>
          <pc:docMk/>
          <pc:sldMk cId="1221665489" sldId="283"/>
        </pc:sldMkLst>
        <pc:spChg chg="add">
          <ac:chgData name="Payette,Kael" userId="S::w0517211@campus.nscc.ca::b8d9149e-7ea3-4589-a96f-d690b739fd7d" providerId="AD" clId="Web-{3CBB3C9D-1B76-C066-4B38-C13B09B12FC9}" dt="2026-02-02T16:38:52.250" v="93"/>
          <ac:spMkLst>
            <pc:docMk/>
            <pc:sldMk cId="1221665489" sldId="283"/>
            <ac:spMk id="6" creationId="{94EFB097-6E7F-9AF5-C6D7-9BF02665EC5D}"/>
          </ac:spMkLst>
        </pc:spChg>
      </pc:sldChg>
      <pc:sldChg chg="addSp modSp">
        <pc:chgData name="Payette,Kael" userId="S::w0517211@campus.nscc.ca::b8d9149e-7ea3-4589-a96f-d690b739fd7d" providerId="AD" clId="Web-{3CBB3C9D-1B76-C066-4B38-C13B09B12FC9}" dt="2026-02-02T16:38:57.234" v="94"/>
        <pc:sldMkLst>
          <pc:docMk/>
          <pc:sldMk cId="686456026" sldId="284"/>
        </pc:sldMkLst>
        <pc:spChg chg="add">
          <ac:chgData name="Payette,Kael" userId="S::w0517211@campus.nscc.ca::b8d9149e-7ea3-4589-a96f-d690b739fd7d" providerId="AD" clId="Web-{3CBB3C9D-1B76-C066-4B38-C13B09B12FC9}" dt="2026-02-02T16:38:57.234" v="94"/>
          <ac:spMkLst>
            <pc:docMk/>
            <pc:sldMk cId="686456026" sldId="284"/>
            <ac:spMk id="6" creationId="{0A411AED-6E2A-CC54-E2FF-670791C029D9}"/>
          </ac:spMkLst>
        </pc:spChg>
        <pc:picChg chg="mod">
          <ac:chgData name="Payette,Kael" userId="S::w0517211@campus.nscc.ca::b8d9149e-7ea3-4589-a96f-d690b739fd7d" providerId="AD" clId="Web-{3CBB3C9D-1B76-C066-4B38-C13B09B12FC9}" dt="2026-02-02T15:25:26.561" v="18"/>
          <ac:picMkLst>
            <pc:docMk/>
            <pc:sldMk cId="686456026" sldId="284"/>
            <ac:picMk id="4" creationId="{21F8AF17-F121-DAEC-2AF3-B60166E5973B}"/>
          </ac:picMkLst>
        </pc:picChg>
      </pc:sldChg>
      <pc:sldChg chg="addSp">
        <pc:chgData name="Payette,Kael" userId="S::w0517211@campus.nscc.ca::b8d9149e-7ea3-4589-a96f-d690b739fd7d" providerId="AD" clId="Web-{3CBB3C9D-1B76-C066-4B38-C13B09B12FC9}" dt="2026-02-02T16:39:02.734" v="95"/>
        <pc:sldMkLst>
          <pc:docMk/>
          <pc:sldMk cId="2389338416" sldId="285"/>
        </pc:sldMkLst>
        <pc:spChg chg="add">
          <ac:chgData name="Payette,Kael" userId="S::w0517211@campus.nscc.ca::b8d9149e-7ea3-4589-a96f-d690b739fd7d" providerId="AD" clId="Web-{3CBB3C9D-1B76-C066-4B38-C13B09B12FC9}" dt="2026-02-02T16:39:02.734" v="95"/>
          <ac:spMkLst>
            <pc:docMk/>
            <pc:sldMk cId="2389338416" sldId="285"/>
            <ac:spMk id="4" creationId="{0ED37821-4938-040A-ED9B-0E416C027BCF}"/>
          </ac:spMkLst>
        </pc:spChg>
      </pc:sldChg>
      <pc:sldChg chg="addSp modSp">
        <pc:chgData name="Payette,Kael" userId="S::w0517211@campus.nscc.ca::b8d9149e-7ea3-4589-a96f-d690b739fd7d" providerId="AD" clId="Web-{3CBB3C9D-1B76-C066-4B38-C13B09B12FC9}" dt="2026-02-02T15:29:25.985" v="32" actId="14100"/>
        <pc:sldMkLst>
          <pc:docMk/>
          <pc:sldMk cId="1908526714" sldId="286"/>
        </pc:sldMkLst>
        <pc:spChg chg="add mod">
          <ac:chgData name="Payette,Kael" userId="S::w0517211@campus.nscc.ca::b8d9149e-7ea3-4589-a96f-d690b739fd7d" providerId="AD" clId="Web-{3CBB3C9D-1B76-C066-4B38-C13B09B12FC9}" dt="2026-02-02T15:29:25.985" v="32" actId="14100"/>
          <ac:spMkLst>
            <pc:docMk/>
            <pc:sldMk cId="1908526714" sldId="286"/>
            <ac:spMk id="4" creationId="{30897E81-6A9B-986A-CF57-E0639882522A}"/>
          </ac:spMkLst>
        </pc:spChg>
        <pc:picChg chg="mod">
          <ac:chgData name="Payette,Kael" userId="S::w0517211@campus.nscc.ca::b8d9149e-7ea3-4589-a96f-d690b739fd7d" providerId="AD" clId="Web-{3CBB3C9D-1B76-C066-4B38-C13B09B12FC9}" dt="2026-02-02T15:26:32.828" v="23"/>
          <ac:picMkLst>
            <pc:docMk/>
            <pc:sldMk cId="1908526714" sldId="286"/>
            <ac:picMk id="3" creationId="{B5DC48F5-4498-49FA-772E-EEBFA87E76B9}"/>
          </ac:picMkLst>
        </pc:picChg>
      </pc:sldChg>
    </pc:docChg>
  </pc:docChgLst>
  <pc:docChgLst>
    <pc:chgData name="Wasiliew,Leon" userId="S::w0496661@campus.nscc.ca::59c7bcc2-c00d-4d51-a9e2-958bf126fa3a" providerId="AD" clId="Web-{FADA1949-B41D-0493-72BF-A7D3EC626F31}"/>
    <pc:docChg chg="addSld delSld modSld sldOrd">
      <pc:chgData name="Wasiliew,Leon" userId="S::w0496661@campus.nscc.ca::59c7bcc2-c00d-4d51-a9e2-958bf126fa3a" providerId="AD" clId="Web-{FADA1949-B41D-0493-72BF-A7D3EC626F31}" dt="2026-02-02T14:58:40.983" v="1770"/>
      <pc:docMkLst>
        <pc:docMk/>
      </pc:docMkLst>
      <pc:sldChg chg="modSp">
        <pc:chgData name="Wasiliew,Leon" userId="S::w0496661@campus.nscc.ca::59c7bcc2-c00d-4d51-a9e2-958bf126fa3a" providerId="AD" clId="Web-{FADA1949-B41D-0493-72BF-A7D3EC626F31}" dt="2026-02-02T13:23:15.264" v="129" actId="20577"/>
        <pc:sldMkLst>
          <pc:docMk/>
          <pc:sldMk cId="0" sldId="256"/>
        </pc:sldMkLst>
        <pc:spChg chg="mod">
          <ac:chgData name="Wasiliew,Leon" userId="S::w0496661@campus.nscc.ca::59c7bcc2-c00d-4d51-a9e2-958bf126fa3a" providerId="AD" clId="Web-{FADA1949-B41D-0493-72BF-A7D3EC626F31}" dt="2026-02-02T13:23:15.264" v="129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Wasiliew,Leon" userId="S::w0496661@campus.nscc.ca::59c7bcc2-c00d-4d51-a9e2-958bf126fa3a" providerId="AD" clId="Web-{FADA1949-B41D-0493-72BF-A7D3EC626F31}" dt="2026-02-02T13:20:29.606" v="109" actId="20577"/>
        <pc:sldMkLst>
          <pc:docMk/>
          <pc:sldMk cId="0" sldId="257"/>
        </pc:sldMkLst>
        <pc:spChg chg="mod">
          <ac:chgData name="Wasiliew,Leon" userId="S::w0496661@campus.nscc.ca::59c7bcc2-c00d-4d51-a9e2-958bf126fa3a" providerId="AD" clId="Web-{FADA1949-B41D-0493-72BF-A7D3EC626F31}" dt="2026-02-02T13:12:43.867" v="37" actId="20577"/>
          <ac:spMkLst>
            <pc:docMk/>
            <pc:sldMk cId="0" sldId="257"/>
            <ac:spMk id="2" creationId="{00000000-0000-0000-0000-000000000000}"/>
          </ac:spMkLst>
        </pc:spChg>
        <pc:graphicFrameChg chg="modGraphic">
          <ac:chgData name="Wasiliew,Leon" userId="S::w0496661@campus.nscc.ca::59c7bcc2-c00d-4d51-a9e2-958bf126fa3a" providerId="AD" clId="Web-{FADA1949-B41D-0493-72BF-A7D3EC626F31}" dt="2026-02-02T13:20:29.606" v="109" actId="20577"/>
          <ac:graphicFrameMkLst>
            <pc:docMk/>
            <pc:sldMk cId="0" sldId="257"/>
            <ac:graphicFrameMk id="5" creationId="{F03ED112-4C18-6CB5-A442-3960CEDFE1AA}"/>
          </ac:graphicFrameMkLst>
        </pc:graphicFrameChg>
      </pc:sldChg>
      <pc:sldChg chg="modSp">
        <pc:chgData name="Wasiliew,Leon" userId="S::w0496661@campus.nscc.ca::59c7bcc2-c00d-4d51-a9e2-958bf126fa3a" providerId="AD" clId="Web-{FADA1949-B41D-0493-72BF-A7D3EC626F31}" dt="2026-02-02T13:57:34.252" v="543" actId="20577"/>
        <pc:sldMkLst>
          <pc:docMk/>
          <pc:sldMk cId="0" sldId="258"/>
        </pc:sldMkLst>
        <pc:spChg chg="mod">
          <ac:chgData name="Wasiliew,Leon" userId="S::w0496661@campus.nscc.ca::59c7bcc2-c00d-4d51-a9e2-958bf126fa3a" providerId="AD" clId="Web-{FADA1949-B41D-0493-72BF-A7D3EC626F31}" dt="2026-02-02T13:57:34.252" v="543" actId="20577"/>
          <ac:spMkLst>
            <pc:docMk/>
            <pc:sldMk cId="0" sldId="258"/>
            <ac:spMk id="2" creationId="{00000000-0000-0000-0000-000000000000}"/>
          </ac:spMkLst>
        </pc:spChg>
        <pc:graphicFrameChg chg="modGraphic">
          <ac:chgData name="Wasiliew,Leon" userId="S::w0496661@campus.nscc.ca::59c7bcc2-c00d-4d51-a9e2-958bf126fa3a" providerId="AD" clId="Web-{FADA1949-B41D-0493-72BF-A7D3EC626F31}" dt="2026-02-02T13:18:09.869" v="95" actId="20577"/>
          <ac:graphicFrameMkLst>
            <pc:docMk/>
            <pc:sldMk cId="0" sldId="258"/>
            <ac:graphicFrameMk id="5" creationId="{6E183EA8-C759-F617-AAA4-A61118EE7E29}"/>
          </ac:graphicFrameMkLst>
        </pc:graphicFrameChg>
      </pc:sldChg>
      <pc:sldChg chg="modSp ord">
        <pc:chgData name="Wasiliew,Leon" userId="S::w0496661@campus.nscc.ca::59c7bcc2-c00d-4d51-a9e2-958bf126fa3a" providerId="AD" clId="Web-{FADA1949-B41D-0493-72BF-A7D3EC626F31}" dt="2026-02-02T13:48:17.811" v="393" actId="20577"/>
        <pc:sldMkLst>
          <pc:docMk/>
          <pc:sldMk cId="0" sldId="259"/>
        </pc:sldMkLst>
        <pc:spChg chg="mod">
          <ac:chgData name="Wasiliew,Leon" userId="S::w0496661@campus.nscc.ca::59c7bcc2-c00d-4d51-a9e2-958bf126fa3a" providerId="AD" clId="Web-{FADA1949-B41D-0493-72BF-A7D3EC626F31}" dt="2026-02-02T13:48:17.811" v="393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addAnim">
        <pc:chgData name="Wasiliew,Leon" userId="S::w0496661@campus.nscc.ca::59c7bcc2-c00d-4d51-a9e2-958bf126fa3a" providerId="AD" clId="Web-{FADA1949-B41D-0493-72BF-A7D3EC626F31}" dt="2026-02-02T14:54:54.886" v="1721" actId="20577"/>
        <pc:sldMkLst>
          <pc:docMk/>
          <pc:sldMk cId="0" sldId="260"/>
        </pc:sldMkLst>
        <pc:graphicFrameChg chg="modGraphic">
          <ac:chgData name="Wasiliew,Leon" userId="S::w0496661@campus.nscc.ca::59c7bcc2-c00d-4d51-a9e2-958bf126fa3a" providerId="AD" clId="Web-{FADA1949-B41D-0493-72BF-A7D3EC626F31}" dt="2026-02-02T14:54:54.886" v="1721" actId="20577"/>
          <ac:graphicFrameMkLst>
            <pc:docMk/>
            <pc:sldMk cId="0" sldId="260"/>
            <ac:graphicFrameMk id="48" creationId="{95151560-33B7-8C9D-3617-3A52DF08D309}"/>
          </ac:graphicFrameMkLst>
        </pc:graphicFrameChg>
      </pc:sldChg>
      <pc:sldChg chg="ord">
        <pc:chgData name="Wasiliew,Leon" userId="S::w0496661@campus.nscc.ca::59c7bcc2-c00d-4d51-a9e2-958bf126fa3a" providerId="AD" clId="Web-{FADA1949-B41D-0493-72BF-A7D3EC626F31}" dt="2026-02-02T14:16:27.172" v="970"/>
        <pc:sldMkLst>
          <pc:docMk/>
          <pc:sldMk cId="0" sldId="261"/>
        </pc:sldMkLst>
      </pc:sldChg>
      <pc:sldChg chg="ord">
        <pc:chgData name="Wasiliew,Leon" userId="S::w0496661@campus.nscc.ca::59c7bcc2-c00d-4d51-a9e2-958bf126fa3a" providerId="AD" clId="Web-{FADA1949-B41D-0493-72BF-A7D3EC626F31}" dt="2026-02-02T14:55:44.621" v="1735"/>
        <pc:sldMkLst>
          <pc:docMk/>
          <pc:sldMk cId="0" sldId="262"/>
        </pc:sldMkLst>
      </pc:sldChg>
      <pc:sldChg chg="modSp ord">
        <pc:chgData name="Wasiliew,Leon" userId="S::w0496661@campus.nscc.ca::59c7bcc2-c00d-4d51-a9e2-958bf126fa3a" providerId="AD" clId="Web-{FADA1949-B41D-0493-72BF-A7D3EC626F31}" dt="2026-02-02T14:44:49.270" v="1474" actId="20577"/>
        <pc:sldMkLst>
          <pc:docMk/>
          <pc:sldMk cId="0" sldId="263"/>
        </pc:sldMkLst>
        <pc:spChg chg="mod">
          <ac:chgData name="Wasiliew,Leon" userId="S::w0496661@campus.nscc.ca::59c7bcc2-c00d-4d51-a9e2-958bf126fa3a" providerId="AD" clId="Web-{FADA1949-B41D-0493-72BF-A7D3EC626F31}" dt="2026-02-02T14:40:13.158" v="1250" actId="20577"/>
          <ac:spMkLst>
            <pc:docMk/>
            <pc:sldMk cId="0" sldId="263"/>
            <ac:spMk id="2" creationId="{00000000-0000-0000-0000-000000000000}"/>
          </ac:spMkLst>
        </pc:spChg>
        <pc:graphicFrameChg chg="modGraphic">
          <ac:chgData name="Wasiliew,Leon" userId="S::w0496661@campus.nscc.ca::59c7bcc2-c00d-4d51-a9e2-958bf126fa3a" providerId="AD" clId="Web-{FADA1949-B41D-0493-72BF-A7D3EC626F31}" dt="2026-02-02T14:44:49.270" v="1474" actId="20577"/>
          <ac:graphicFrameMkLst>
            <pc:docMk/>
            <pc:sldMk cId="0" sldId="263"/>
            <ac:graphicFrameMk id="5" creationId="{7B1AB9FF-4777-4389-E843-CD33E19F9CAD}"/>
          </ac:graphicFrameMkLst>
        </pc:graphicFrameChg>
      </pc:sldChg>
      <pc:sldChg chg="modSp">
        <pc:chgData name="Wasiliew,Leon" userId="S::w0496661@campus.nscc.ca::59c7bcc2-c00d-4d51-a9e2-958bf126fa3a" providerId="AD" clId="Web-{FADA1949-B41D-0493-72BF-A7D3EC626F31}" dt="2026-02-02T13:23:42.983" v="132" actId="20577"/>
        <pc:sldMkLst>
          <pc:docMk/>
          <pc:sldMk cId="3798492253" sldId="264"/>
        </pc:sldMkLst>
        <pc:spChg chg="mod">
          <ac:chgData name="Wasiliew,Leon" userId="S::w0496661@campus.nscc.ca::59c7bcc2-c00d-4d51-a9e2-958bf126fa3a" providerId="AD" clId="Web-{FADA1949-B41D-0493-72BF-A7D3EC626F31}" dt="2026-02-02T13:23:42.983" v="132" actId="20577"/>
          <ac:spMkLst>
            <pc:docMk/>
            <pc:sldMk cId="3798492253" sldId="264"/>
            <ac:spMk id="3" creationId="{B147E06A-CB8B-51E7-3791-EA7A81A71919}"/>
          </ac:spMkLst>
        </pc:spChg>
      </pc:sldChg>
      <pc:sldChg chg="addSp delSp modSp">
        <pc:chgData name="Wasiliew,Leon" userId="S::w0496661@campus.nscc.ca::59c7bcc2-c00d-4d51-a9e2-958bf126fa3a" providerId="AD" clId="Web-{FADA1949-B41D-0493-72BF-A7D3EC626F31}" dt="2026-02-02T14:29:59.978" v="1118" actId="1076"/>
        <pc:sldMkLst>
          <pc:docMk/>
          <pc:sldMk cId="2264657134" sldId="269"/>
        </pc:sldMkLst>
        <pc:spChg chg="add mod">
          <ac:chgData name="Wasiliew,Leon" userId="S::w0496661@campus.nscc.ca::59c7bcc2-c00d-4d51-a9e2-958bf126fa3a" providerId="AD" clId="Web-{FADA1949-B41D-0493-72BF-A7D3EC626F31}" dt="2026-02-02T14:29:59.978" v="1118" actId="1076"/>
          <ac:spMkLst>
            <pc:docMk/>
            <pc:sldMk cId="2264657134" sldId="269"/>
            <ac:spMk id="4" creationId="{B82B393E-DB29-CEC3-4975-63D1089BF645}"/>
          </ac:spMkLst>
        </pc:spChg>
        <pc:picChg chg="del">
          <ac:chgData name="Wasiliew,Leon" userId="S::w0496661@campus.nscc.ca::59c7bcc2-c00d-4d51-a9e2-958bf126fa3a" providerId="AD" clId="Web-{FADA1949-B41D-0493-72BF-A7D3EC626F31}" dt="2026-02-02T14:27:25.040" v="1051"/>
          <ac:picMkLst>
            <pc:docMk/>
            <pc:sldMk cId="2264657134" sldId="269"/>
            <ac:picMk id="8" creationId="{D3EC6A32-6F08-2775-6461-EAE2100C30BC}"/>
          </ac:picMkLst>
        </pc:picChg>
      </pc:sldChg>
      <pc:sldChg chg="addSp delSp modSp ord">
        <pc:chgData name="Wasiliew,Leon" userId="S::w0496661@campus.nscc.ca::59c7bcc2-c00d-4d51-a9e2-958bf126fa3a" providerId="AD" clId="Web-{FADA1949-B41D-0493-72BF-A7D3EC626F31}" dt="2026-02-02T14:10:24.014" v="828" actId="20577"/>
        <pc:sldMkLst>
          <pc:docMk/>
          <pc:sldMk cId="2875432774" sldId="270"/>
        </pc:sldMkLst>
        <pc:spChg chg="mod">
          <ac:chgData name="Wasiliew,Leon" userId="S::w0496661@campus.nscc.ca::59c7bcc2-c00d-4d51-a9e2-958bf126fa3a" providerId="AD" clId="Web-{FADA1949-B41D-0493-72BF-A7D3EC626F31}" dt="2026-02-02T14:03:22.992" v="685"/>
          <ac:spMkLst>
            <pc:docMk/>
            <pc:sldMk cId="2875432774" sldId="270"/>
            <ac:spMk id="2" creationId="{4B748418-3275-2A0E-5E61-D9D5EFB43A3D}"/>
          </ac:spMkLst>
        </pc:spChg>
        <pc:spChg chg="add mod ord">
          <ac:chgData name="Wasiliew,Leon" userId="S::w0496661@campus.nscc.ca::59c7bcc2-c00d-4d51-a9e2-958bf126fa3a" providerId="AD" clId="Web-{FADA1949-B41D-0493-72BF-A7D3EC626F31}" dt="2026-02-02T14:10:24.014" v="828" actId="20577"/>
          <ac:spMkLst>
            <pc:docMk/>
            <pc:sldMk cId="2875432774" sldId="270"/>
            <ac:spMk id="4" creationId="{BAA0231E-BCCA-5079-CA24-B0AAD90900AD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3:22.992" v="685"/>
          <ac:spMkLst>
            <pc:docMk/>
            <pc:sldMk cId="2875432774" sldId="270"/>
            <ac:spMk id="34" creationId="{A8384FB5-9ADC-4DDC-881B-597D56F5B15D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3:22.992" v="685"/>
          <ac:spMkLst>
            <pc:docMk/>
            <pc:sldMk cId="2875432774" sldId="270"/>
            <ac:spMk id="36" creationId="{1199E1B1-A8C0-4FE8-A5A8-1CB41D69F857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3:22.992" v="685"/>
          <ac:spMkLst>
            <pc:docMk/>
            <pc:sldMk cId="2875432774" sldId="270"/>
            <ac:spMk id="38" creationId="{84A8DE83-DE75-4B41-9DB4-A7EC0B0DEC0B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3:22.992" v="685"/>
          <ac:spMkLst>
            <pc:docMk/>
            <pc:sldMk cId="2875432774" sldId="270"/>
            <ac:spMk id="40" creationId="{A7009A0A-BEF5-4EAC-AF15-E4F9F002E239}"/>
          </ac:spMkLst>
        </pc:spChg>
        <pc:picChg chg="del">
          <ac:chgData name="Wasiliew,Leon" userId="S::w0496661@campus.nscc.ca::59c7bcc2-c00d-4d51-a9e2-958bf126fa3a" providerId="AD" clId="Web-{FADA1949-B41D-0493-72BF-A7D3EC626F31}" dt="2026-02-02T13:49:17.108" v="394"/>
          <ac:picMkLst>
            <pc:docMk/>
            <pc:sldMk cId="2875432774" sldId="270"/>
            <ac:picMk id="5" creationId="{E9A2A75C-7988-5661-7A61-1A848A156C04}"/>
          </ac:picMkLst>
        </pc:picChg>
        <pc:picChg chg="add mod">
          <ac:chgData name="Wasiliew,Leon" userId="S::w0496661@campus.nscc.ca::59c7bcc2-c00d-4d51-a9e2-958bf126fa3a" providerId="AD" clId="Web-{FADA1949-B41D-0493-72BF-A7D3EC626F31}" dt="2026-02-02T14:03:22.992" v="685"/>
          <ac:picMkLst>
            <pc:docMk/>
            <pc:sldMk cId="2875432774" sldId="270"/>
            <ac:picMk id="6" creationId="{06C4BF66-AA2A-ACAB-4A71-A53B85E13C82}"/>
          </ac:picMkLst>
        </pc:picChg>
      </pc:sldChg>
      <pc:sldChg chg="modSp">
        <pc:chgData name="Wasiliew,Leon" userId="S::w0496661@campus.nscc.ca::59c7bcc2-c00d-4d51-a9e2-958bf126fa3a" providerId="AD" clId="Web-{FADA1949-B41D-0493-72BF-A7D3EC626F31}" dt="2026-02-02T14:55:57.809" v="1743" actId="20577"/>
        <pc:sldMkLst>
          <pc:docMk/>
          <pc:sldMk cId="3636561066" sldId="271"/>
        </pc:sldMkLst>
        <pc:spChg chg="mod">
          <ac:chgData name="Wasiliew,Leon" userId="S::w0496661@campus.nscc.ca::59c7bcc2-c00d-4d51-a9e2-958bf126fa3a" providerId="AD" clId="Web-{FADA1949-B41D-0493-72BF-A7D3EC626F31}" dt="2026-02-02T14:55:57.809" v="1743" actId="20577"/>
          <ac:spMkLst>
            <pc:docMk/>
            <pc:sldMk cId="3636561066" sldId="271"/>
            <ac:spMk id="3" creationId="{98F7CE19-D161-5401-DA82-3D6891342032}"/>
          </ac:spMkLst>
        </pc:spChg>
      </pc:sldChg>
      <pc:sldChg chg="modSp">
        <pc:chgData name="Wasiliew,Leon" userId="S::w0496661@campus.nscc.ca::59c7bcc2-c00d-4d51-a9e2-958bf126fa3a" providerId="AD" clId="Web-{FADA1949-B41D-0493-72BF-A7D3EC626F31}" dt="2026-02-02T14:51:22.287" v="1626" actId="20577"/>
        <pc:sldMkLst>
          <pc:docMk/>
          <pc:sldMk cId="1592804334" sldId="272"/>
        </pc:sldMkLst>
        <pc:spChg chg="mod">
          <ac:chgData name="Wasiliew,Leon" userId="S::w0496661@campus.nscc.ca::59c7bcc2-c00d-4d51-a9e2-958bf126fa3a" providerId="AD" clId="Web-{FADA1949-B41D-0493-72BF-A7D3EC626F31}" dt="2026-02-02T14:51:22.287" v="1626" actId="20577"/>
          <ac:spMkLst>
            <pc:docMk/>
            <pc:sldMk cId="1592804334" sldId="272"/>
            <ac:spMk id="3" creationId="{B7D17078-3F8A-9082-0663-3F92AAFF244C}"/>
          </ac:spMkLst>
        </pc:spChg>
      </pc:sldChg>
      <pc:sldChg chg="modSp ord">
        <pc:chgData name="Wasiliew,Leon" userId="S::w0496661@campus.nscc.ca::59c7bcc2-c00d-4d51-a9e2-958bf126fa3a" providerId="AD" clId="Web-{FADA1949-B41D-0493-72BF-A7D3EC626F31}" dt="2026-02-02T14:50:09.350" v="1591" actId="20577"/>
        <pc:sldMkLst>
          <pc:docMk/>
          <pc:sldMk cId="3685833775" sldId="273"/>
        </pc:sldMkLst>
        <pc:spChg chg="mod">
          <ac:chgData name="Wasiliew,Leon" userId="S::w0496661@campus.nscc.ca::59c7bcc2-c00d-4d51-a9e2-958bf126fa3a" providerId="AD" clId="Web-{FADA1949-B41D-0493-72BF-A7D3EC626F31}" dt="2026-02-02T14:50:09.350" v="1591" actId="20577"/>
          <ac:spMkLst>
            <pc:docMk/>
            <pc:sldMk cId="3685833775" sldId="273"/>
            <ac:spMk id="27" creationId="{9445ACC4-B7A3-A247-C8BA-DC4CBA3485CA}"/>
          </ac:spMkLst>
        </pc:spChg>
      </pc:sldChg>
      <pc:sldChg chg="del">
        <pc:chgData name="Wasiliew,Leon" userId="S::w0496661@campus.nscc.ca::59c7bcc2-c00d-4d51-a9e2-958bf126fa3a" providerId="AD" clId="Web-{FADA1949-B41D-0493-72BF-A7D3EC626F31}" dt="2026-02-02T13:29:54.394" v="176"/>
        <pc:sldMkLst>
          <pc:docMk/>
          <pc:sldMk cId="77740342" sldId="274"/>
        </pc:sldMkLst>
      </pc:sldChg>
      <pc:sldChg chg="addSp delSp modSp add ord replId">
        <pc:chgData name="Wasiliew,Leon" userId="S::w0496661@campus.nscc.ca::59c7bcc2-c00d-4d51-a9e2-958bf126fa3a" providerId="AD" clId="Web-{FADA1949-B41D-0493-72BF-A7D3EC626F31}" dt="2026-02-02T14:04:10.102" v="691"/>
        <pc:sldMkLst>
          <pc:docMk/>
          <pc:sldMk cId="3455049378" sldId="275"/>
        </pc:sldMkLst>
        <pc:spChg chg="mod">
          <ac:chgData name="Wasiliew,Leon" userId="S::w0496661@campus.nscc.ca::59c7bcc2-c00d-4d51-a9e2-958bf126fa3a" providerId="AD" clId="Web-{FADA1949-B41D-0493-72BF-A7D3EC626F31}" dt="2026-02-02T13:27:06.282" v="155" actId="20577"/>
          <ac:spMkLst>
            <pc:docMk/>
            <pc:sldMk cId="3455049378" sldId="275"/>
            <ac:spMk id="2" creationId="{6E6C44AD-C356-6631-108A-487BBD12B821}"/>
          </ac:spMkLst>
        </pc:spChg>
        <pc:spChg chg="add del mod">
          <ac:chgData name="Wasiliew,Leon" userId="S::w0496661@campus.nscc.ca::59c7bcc2-c00d-4d51-a9e2-958bf126fa3a" providerId="AD" clId="Web-{FADA1949-B41D-0493-72BF-A7D3EC626F31}" dt="2026-02-02T13:27:40.611" v="160"/>
          <ac:spMkLst>
            <pc:docMk/>
            <pc:sldMk cId="3455049378" sldId="275"/>
            <ac:spMk id="4" creationId="{2063320B-9C5D-2200-123C-148B3B88A4C0}"/>
          </ac:spMkLst>
        </pc:spChg>
        <pc:spChg chg="add del mod">
          <ac:chgData name="Wasiliew,Leon" userId="S::w0496661@campus.nscc.ca::59c7bcc2-c00d-4d51-a9e2-958bf126fa3a" providerId="AD" clId="Web-{FADA1949-B41D-0493-72BF-A7D3EC626F31}" dt="2026-02-02T13:28:13.564" v="165"/>
          <ac:spMkLst>
            <pc:docMk/>
            <pc:sldMk cId="3455049378" sldId="275"/>
            <ac:spMk id="11" creationId="{4F6D0749-84AE-CC30-3B0C-2D3FA2108A83}"/>
          </ac:spMkLst>
        </pc:spChg>
        <pc:spChg chg="add mod">
          <ac:chgData name="Wasiliew,Leon" userId="S::w0496661@campus.nscc.ca::59c7bcc2-c00d-4d51-a9e2-958bf126fa3a" providerId="AD" clId="Web-{FADA1949-B41D-0493-72BF-A7D3EC626F31}" dt="2026-02-02T13:29:44.753" v="175" actId="1076"/>
          <ac:spMkLst>
            <pc:docMk/>
            <pc:sldMk cId="3455049378" sldId="275"/>
            <ac:spMk id="17" creationId="{56A9F02F-D54E-B7D4-D135-638025C1B561}"/>
          </ac:spMkLst>
        </pc:spChg>
        <pc:picChg chg="del">
          <ac:chgData name="Wasiliew,Leon" userId="S::w0496661@campus.nscc.ca::59c7bcc2-c00d-4d51-a9e2-958bf126fa3a" providerId="AD" clId="Web-{FADA1949-B41D-0493-72BF-A7D3EC626F31}" dt="2026-02-02T13:27:08.032" v="156"/>
          <ac:picMkLst>
            <pc:docMk/>
            <pc:sldMk cId="3455049378" sldId="275"/>
            <ac:picMk id="5" creationId="{00C9D9CA-0C12-1663-3DBC-0709081DB2DA}"/>
          </ac:picMkLst>
        </pc:picChg>
        <pc:picChg chg="add del mod">
          <ac:chgData name="Wasiliew,Leon" userId="S::w0496661@campus.nscc.ca::59c7bcc2-c00d-4d51-a9e2-958bf126fa3a" providerId="AD" clId="Web-{FADA1949-B41D-0493-72BF-A7D3EC626F31}" dt="2026-02-02T13:27:36.689" v="159"/>
          <ac:picMkLst>
            <pc:docMk/>
            <pc:sldMk cId="3455049378" sldId="275"/>
            <ac:picMk id="7" creationId="{BD9B1524-333A-E992-B044-DFC52668BAED}"/>
          </ac:picMkLst>
        </pc:picChg>
        <pc:picChg chg="add del mod">
          <ac:chgData name="Wasiliew,Leon" userId="S::w0496661@campus.nscc.ca::59c7bcc2-c00d-4d51-a9e2-958bf126fa3a" providerId="AD" clId="Web-{FADA1949-B41D-0493-72BF-A7D3EC626F31}" dt="2026-02-02T13:28:09.470" v="164"/>
          <ac:picMkLst>
            <pc:docMk/>
            <pc:sldMk cId="3455049378" sldId="275"/>
            <ac:picMk id="9" creationId="{10B20CD7-0485-3A13-9418-E9743C1B85A1}"/>
          </ac:picMkLst>
        </pc:picChg>
        <pc:picChg chg="add del mod">
          <ac:chgData name="Wasiliew,Leon" userId="S::w0496661@campus.nscc.ca::59c7bcc2-c00d-4d51-a9e2-958bf126fa3a" providerId="AD" clId="Web-{FADA1949-B41D-0493-72BF-A7D3EC626F31}" dt="2026-02-02T13:28:16.924" v="167"/>
          <ac:picMkLst>
            <pc:docMk/>
            <pc:sldMk cId="3455049378" sldId="275"/>
            <ac:picMk id="13" creationId="{89285F06-2210-A91E-560C-BDDAB7B4EE59}"/>
          </ac:picMkLst>
        </pc:picChg>
        <pc:picChg chg="add mod">
          <ac:chgData name="Wasiliew,Leon" userId="S::w0496661@campus.nscc.ca::59c7bcc2-c00d-4d51-a9e2-958bf126fa3a" providerId="AD" clId="Web-{FADA1949-B41D-0493-72BF-A7D3EC626F31}" dt="2026-02-02T13:28:51.034" v="171" actId="1076"/>
          <ac:picMkLst>
            <pc:docMk/>
            <pc:sldMk cId="3455049378" sldId="275"/>
            <ac:picMk id="15" creationId="{F6AE8661-386A-A1BD-6285-9BD1FEFB09C7}"/>
          </ac:picMkLst>
        </pc:picChg>
      </pc:sldChg>
      <pc:sldChg chg="modSp add del ord replId">
        <pc:chgData name="Wasiliew,Leon" userId="S::w0496661@campus.nscc.ca::59c7bcc2-c00d-4d51-a9e2-958bf126fa3a" providerId="AD" clId="Web-{FADA1949-B41D-0493-72BF-A7D3EC626F31}" dt="2026-02-02T14:04:28.228" v="692"/>
        <pc:sldMkLst>
          <pc:docMk/>
          <pc:sldMk cId="4112677643" sldId="276"/>
        </pc:sldMkLst>
        <pc:spChg chg="mod">
          <ac:chgData name="Wasiliew,Leon" userId="S::w0496661@campus.nscc.ca::59c7bcc2-c00d-4d51-a9e2-958bf126fa3a" providerId="AD" clId="Web-{FADA1949-B41D-0493-72BF-A7D3EC626F31}" dt="2026-02-02T13:30:55.191" v="179" actId="20577"/>
          <ac:spMkLst>
            <pc:docMk/>
            <pc:sldMk cId="4112677643" sldId="276"/>
            <ac:spMk id="2" creationId="{BDC3A474-04C9-1C5A-6C7D-EB053D1212F0}"/>
          </ac:spMkLst>
        </pc:spChg>
      </pc:sldChg>
      <pc:sldChg chg="modSp add ord replId">
        <pc:chgData name="Wasiliew,Leon" userId="S::w0496661@campus.nscc.ca::59c7bcc2-c00d-4d51-a9e2-958bf126fa3a" providerId="AD" clId="Web-{FADA1949-B41D-0493-72BF-A7D3EC626F31}" dt="2026-02-02T13:38:28.273" v="246" actId="20577"/>
        <pc:sldMkLst>
          <pc:docMk/>
          <pc:sldMk cId="1041731116" sldId="277"/>
        </pc:sldMkLst>
        <pc:spChg chg="mod">
          <ac:chgData name="Wasiliew,Leon" userId="S::w0496661@campus.nscc.ca::59c7bcc2-c00d-4d51-a9e2-958bf126fa3a" providerId="AD" clId="Web-{FADA1949-B41D-0493-72BF-A7D3EC626F31}" dt="2026-02-02T13:38:28.273" v="246" actId="20577"/>
          <ac:spMkLst>
            <pc:docMk/>
            <pc:sldMk cId="1041731116" sldId="277"/>
            <ac:spMk id="2" creationId="{2CD2A0D7-B589-8C5D-CE92-A6E21BE4F68D}"/>
          </ac:spMkLst>
        </pc:spChg>
      </pc:sldChg>
      <pc:sldChg chg="modSp add del ord replId">
        <pc:chgData name="Wasiliew,Leon" userId="S::w0496661@campus.nscc.ca::59c7bcc2-c00d-4d51-a9e2-958bf126fa3a" providerId="AD" clId="Web-{FADA1949-B41D-0493-72BF-A7D3EC626F31}" dt="2026-02-02T13:26:20.375" v="147"/>
        <pc:sldMkLst>
          <pc:docMk/>
          <pc:sldMk cId="3573358015" sldId="277"/>
        </pc:sldMkLst>
        <pc:spChg chg="mod">
          <ac:chgData name="Wasiliew,Leon" userId="S::w0496661@campus.nscc.ca::59c7bcc2-c00d-4d51-a9e2-958bf126fa3a" providerId="AD" clId="Web-{FADA1949-B41D-0493-72BF-A7D3EC626F31}" dt="2026-02-02T13:25:34.375" v="146" actId="20577"/>
          <ac:spMkLst>
            <pc:docMk/>
            <pc:sldMk cId="3573358015" sldId="277"/>
            <ac:spMk id="2" creationId="{EDDE719B-3C5B-5CB5-0DB9-3CC36BE60C68}"/>
          </ac:spMkLst>
        </pc:spChg>
      </pc:sldChg>
      <pc:sldChg chg="add replId">
        <pc:chgData name="Wasiliew,Leon" userId="S::w0496661@campus.nscc.ca::59c7bcc2-c00d-4d51-a9e2-958bf126fa3a" providerId="AD" clId="Web-{FADA1949-B41D-0493-72BF-A7D3EC626F31}" dt="2026-02-02T13:41:50.305" v="249"/>
        <pc:sldMkLst>
          <pc:docMk/>
          <pc:sldMk cId="3325326508" sldId="278"/>
        </pc:sldMkLst>
      </pc:sldChg>
      <pc:sldChg chg="addSp delSp modSp add ord replId">
        <pc:chgData name="Wasiliew,Leon" userId="S::w0496661@campus.nscc.ca::59c7bcc2-c00d-4d51-a9e2-958bf126fa3a" providerId="AD" clId="Web-{FADA1949-B41D-0493-72BF-A7D3EC626F31}" dt="2026-02-02T13:47:43.388" v="390" actId="1076"/>
        <pc:sldMkLst>
          <pc:docMk/>
          <pc:sldMk cId="3223339491" sldId="279"/>
        </pc:sldMkLst>
        <pc:spChg chg="mod">
          <ac:chgData name="Wasiliew,Leon" userId="S::w0496661@campus.nscc.ca::59c7bcc2-c00d-4d51-a9e2-958bf126fa3a" providerId="AD" clId="Web-{FADA1949-B41D-0493-72BF-A7D3EC626F31}" dt="2026-02-02T13:42:29.196" v="259" actId="20577"/>
          <ac:spMkLst>
            <pc:docMk/>
            <pc:sldMk cId="3223339491" sldId="279"/>
            <ac:spMk id="2" creationId="{163D5215-257F-4EF3-9A43-EDA25AE02FFB}"/>
          </ac:spMkLst>
        </pc:spChg>
        <pc:spChg chg="add mod">
          <ac:chgData name="Wasiliew,Leon" userId="S::w0496661@campus.nscc.ca::59c7bcc2-c00d-4d51-a9e2-958bf126fa3a" providerId="AD" clId="Web-{FADA1949-B41D-0493-72BF-A7D3EC626F31}" dt="2026-02-02T13:47:38.342" v="389" actId="1076"/>
          <ac:spMkLst>
            <pc:docMk/>
            <pc:sldMk cId="3223339491" sldId="279"/>
            <ac:spMk id="4" creationId="{593A8F93-27C0-7803-D13E-0E7F459F95F2}"/>
          </ac:spMkLst>
        </pc:spChg>
        <pc:spChg chg="add del mod">
          <ac:chgData name="Wasiliew,Leon" userId="S::w0496661@campus.nscc.ca::59c7bcc2-c00d-4d51-a9e2-958bf126fa3a" providerId="AD" clId="Web-{FADA1949-B41D-0493-72BF-A7D3EC626F31}" dt="2026-02-02T13:44:12.837" v="298"/>
          <ac:spMkLst>
            <pc:docMk/>
            <pc:sldMk cId="3223339491" sldId="279"/>
            <ac:spMk id="6" creationId="{FC802729-545D-3374-64B8-FA9FC9FC09BF}"/>
          </ac:spMkLst>
        </pc:spChg>
        <pc:spChg chg="add mod">
          <ac:chgData name="Wasiliew,Leon" userId="S::w0496661@campus.nscc.ca::59c7bcc2-c00d-4d51-a9e2-958bf126fa3a" providerId="AD" clId="Web-{FADA1949-B41D-0493-72BF-A7D3EC626F31}" dt="2026-02-02T13:47:43.388" v="390" actId="1076"/>
          <ac:spMkLst>
            <pc:docMk/>
            <pc:sldMk cId="3223339491" sldId="279"/>
            <ac:spMk id="8" creationId="{3B893121-5797-AD29-ADB8-17A224645E19}"/>
          </ac:spMkLst>
        </pc:spChg>
        <pc:spChg chg="add mod">
          <ac:chgData name="Wasiliew,Leon" userId="S::w0496661@campus.nscc.ca::59c7bcc2-c00d-4d51-a9e2-958bf126fa3a" providerId="AD" clId="Web-{FADA1949-B41D-0493-72BF-A7D3EC626F31}" dt="2026-02-02T13:47:30.701" v="388" actId="1076"/>
          <ac:spMkLst>
            <pc:docMk/>
            <pc:sldMk cId="3223339491" sldId="279"/>
            <ac:spMk id="10" creationId="{729F27A1-B492-1E55-FBC7-C710FB3E3BC5}"/>
          </ac:spMkLst>
        </pc:spChg>
        <pc:picChg chg="del">
          <ac:chgData name="Wasiliew,Leon" userId="S::w0496661@campus.nscc.ca::59c7bcc2-c00d-4d51-a9e2-958bf126fa3a" providerId="AD" clId="Web-{FADA1949-B41D-0493-72BF-A7D3EC626F31}" dt="2026-02-02T13:42:45.508" v="260"/>
          <ac:picMkLst>
            <pc:docMk/>
            <pc:sldMk cId="3223339491" sldId="279"/>
            <ac:picMk id="5" creationId="{476F8103-2093-5CD0-9040-12D0BE77B6E3}"/>
          </ac:picMkLst>
        </pc:picChg>
      </pc:sldChg>
      <pc:sldChg chg="modSp add ord replId">
        <pc:chgData name="Wasiliew,Leon" userId="S::w0496661@campus.nscc.ca::59c7bcc2-c00d-4d51-a9e2-958bf126fa3a" providerId="AD" clId="Web-{FADA1949-B41D-0493-72BF-A7D3EC626F31}" dt="2026-02-02T13:50:07.031" v="404" actId="20577"/>
        <pc:sldMkLst>
          <pc:docMk/>
          <pc:sldMk cId="3369262107" sldId="280"/>
        </pc:sldMkLst>
        <pc:spChg chg="mod">
          <ac:chgData name="Wasiliew,Leon" userId="S::w0496661@campus.nscc.ca::59c7bcc2-c00d-4d51-a9e2-958bf126fa3a" providerId="AD" clId="Web-{FADA1949-B41D-0493-72BF-A7D3EC626F31}" dt="2026-02-02T13:50:07.031" v="404" actId="20577"/>
          <ac:spMkLst>
            <pc:docMk/>
            <pc:sldMk cId="3369262107" sldId="280"/>
            <ac:spMk id="2" creationId="{6CFA1089-D133-854F-D6F1-7B134ED141E6}"/>
          </ac:spMkLst>
        </pc:spChg>
      </pc:sldChg>
      <pc:sldChg chg="addSp delSp modSp add ord replId">
        <pc:chgData name="Wasiliew,Leon" userId="S::w0496661@campus.nscc.ca::59c7bcc2-c00d-4d51-a9e2-958bf126fa3a" providerId="AD" clId="Web-{FADA1949-B41D-0493-72BF-A7D3EC626F31}" dt="2026-02-02T13:56:12.111" v="541" actId="20577"/>
        <pc:sldMkLst>
          <pc:docMk/>
          <pc:sldMk cId="2844702427" sldId="281"/>
        </pc:sldMkLst>
        <pc:spChg chg="mod">
          <ac:chgData name="Wasiliew,Leon" userId="S::w0496661@campus.nscc.ca::59c7bcc2-c00d-4d51-a9e2-958bf126fa3a" providerId="AD" clId="Web-{FADA1949-B41D-0493-72BF-A7D3EC626F31}" dt="2026-02-02T13:53:00.422" v="418" actId="20577"/>
          <ac:spMkLst>
            <pc:docMk/>
            <pc:sldMk cId="2844702427" sldId="281"/>
            <ac:spMk id="2" creationId="{608B7259-69CC-8431-96D9-3E589DAEBBF6}"/>
          </ac:spMkLst>
        </pc:spChg>
        <pc:spChg chg="mod">
          <ac:chgData name="Wasiliew,Leon" userId="S::w0496661@campus.nscc.ca::59c7bcc2-c00d-4d51-a9e2-958bf126fa3a" providerId="AD" clId="Web-{FADA1949-B41D-0493-72BF-A7D3EC626F31}" dt="2026-02-02T13:54:39.314" v="469" actId="14100"/>
          <ac:spMkLst>
            <pc:docMk/>
            <pc:sldMk cId="2844702427" sldId="281"/>
            <ac:spMk id="4" creationId="{16238493-60CD-3841-A817-2199281CBC8A}"/>
          </ac:spMkLst>
        </pc:spChg>
        <pc:spChg chg="add mod">
          <ac:chgData name="Wasiliew,Leon" userId="S::w0496661@campus.nscc.ca::59c7bcc2-c00d-4d51-a9e2-958bf126fa3a" providerId="AD" clId="Web-{FADA1949-B41D-0493-72BF-A7D3EC626F31}" dt="2026-02-02T13:56:12.111" v="541" actId="20577"/>
          <ac:spMkLst>
            <pc:docMk/>
            <pc:sldMk cId="2844702427" sldId="281"/>
            <ac:spMk id="5" creationId="{8C613B2C-DFAB-B4C1-D638-5180A3EDA304}"/>
          </ac:spMkLst>
        </pc:spChg>
        <pc:spChg chg="add del">
          <ac:chgData name="Wasiliew,Leon" userId="S::w0496661@campus.nscc.ca::59c7bcc2-c00d-4d51-a9e2-958bf126fa3a" providerId="AD" clId="Web-{FADA1949-B41D-0493-72BF-A7D3EC626F31}" dt="2026-02-02T13:54:00.063" v="442"/>
          <ac:spMkLst>
            <pc:docMk/>
            <pc:sldMk cId="2844702427" sldId="281"/>
            <ac:spMk id="8" creationId="{05DE6C9F-18C6-1DA8-6216-DACBF2FF4124}"/>
          </ac:spMkLst>
        </pc:spChg>
        <pc:spChg chg="add del mod">
          <ac:chgData name="Wasiliew,Leon" userId="S::w0496661@campus.nscc.ca::59c7bcc2-c00d-4d51-a9e2-958bf126fa3a" providerId="AD" clId="Web-{FADA1949-B41D-0493-72BF-A7D3EC626F31}" dt="2026-02-02T13:55:30.923" v="525" actId="20577"/>
          <ac:spMkLst>
            <pc:docMk/>
            <pc:sldMk cId="2844702427" sldId="281"/>
            <ac:spMk id="10" creationId="{829AABC6-A825-9264-CFAE-F995799B977A}"/>
          </ac:spMkLst>
        </pc:spChg>
      </pc:sldChg>
      <pc:sldChg chg="addSp delSp modSp add ord replId">
        <pc:chgData name="Wasiliew,Leon" userId="S::w0496661@campus.nscc.ca::59c7bcc2-c00d-4d51-a9e2-958bf126fa3a" providerId="AD" clId="Web-{FADA1949-B41D-0493-72BF-A7D3EC626F31}" dt="2026-02-02T14:01:35.879" v="667" actId="1076"/>
        <pc:sldMkLst>
          <pc:docMk/>
          <pc:sldMk cId="2904898597" sldId="282"/>
        </pc:sldMkLst>
        <pc:spChg chg="mod">
          <ac:chgData name="Wasiliew,Leon" userId="S::w0496661@campus.nscc.ca::59c7bcc2-c00d-4d51-a9e2-958bf126fa3a" providerId="AD" clId="Web-{FADA1949-B41D-0493-72BF-A7D3EC626F31}" dt="2026-02-02T13:58:05.189" v="555" actId="20577"/>
          <ac:spMkLst>
            <pc:docMk/>
            <pc:sldMk cId="2904898597" sldId="282"/>
            <ac:spMk id="2" creationId="{F85CB89B-F4EC-461B-3F1B-67BF3017A6FA}"/>
          </ac:spMkLst>
        </pc:spChg>
        <pc:spChg chg="del">
          <ac:chgData name="Wasiliew,Leon" userId="S::w0496661@campus.nscc.ca::59c7bcc2-c00d-4d51-a9e2-958bf126fa3a" providerId="AD" clId="Web-{FADA1949-B41D-0493-72BF-A7D3EC626F31}" dt="2026-02-02T13:58:08.877" v="556"/>
          <ac:spMkLst>
            <pc:docMk/>
            <pc:sldMk cId="2904898597" sldId="282"/>
            <ac:spMk id="4" creationId="{9E126049-666E-A7CE-EFBF-C89208132CCB}"/>
          </ac:spMkLst>
        </pc:spChg>
        <pc:spChg chg="add del mod">
          <ac:chgData name="Wasiliew,Leon" userId="S::w0496661@campus.nscc.ca::59c7bcc2-c00d-4d51-a9e2-958bf126fa3a" providerId="AD" clId="Web-{FADA1949-B41D-0493-72BF-A7D3EC626F31}" dt="2026-02-02T14:01:35.879" v="667" actId="1076"/>
          <ac:spMkLst>
            <pc:docMk/>
            <pc:sldMk cId="2904898597" sldId="282"/>
            <ac:spMk id="5" creationId="{D4847AF3-D6C3-D062-C156-0B6CCCC4262B}"/>
          </ac:spMkLst>
        </pc:spChg>
        <pc:spChg chg="add del mod">
          <ac:chgData name="Wasiliew,Leon" userId="S::w0496661@campus.nscc.ca::59c7bcc2-c00d-4d51-a9e2-958bf126fa3a" providerId="AD" clId="Web-{FADA1949-B41D-0493-72BF-A7D3EC626F31}" dt="2026-02-02T13:58:43.986" v="566"/>
          <ac:spMkLst>
            <pc:docMk/>
            <pc:sldMk cId="2904898597" sldId="282"/>
            <ac:spMk id="8" creationId="{84AAC7C2-3D32-FA8B-8325-F38D9C96D129}"/>
          </ac:spMkLst>
        </pc:spChg>
        <pc:spChg chg="add del">
          <ac:chgData name="Wasiliew,Leon" userId="S::w0496661@campus.nscc.ca::59c7bcc2-c00d-4d51-a9e2-958bf126fa3a" providerId="AD" clId="Web-{FADA1949-B41D-0493-72BF-A7D3EC626F31}" dt="2026-02-02T13:58:39.830" v="564"/>
          <ac:spMkLst>
            <pc:docMk/>
            <pc:sldMk cId="2904898597" sldId="282"/>
            <ac:spMk id="10" creationId="{F9A92EAE-736D-ABE8-178F-A5C964D9ABEA}"/>
          </ac:spMkLst>
        </pc:spChg>
        <pc:spChg chg="del">
          <ac:chgData name="Wasiliew,Leon" userId="S::w0496661@campus.nscc.ca::59c7bcc2-c00d-4d51-a9e2-958bf126fa3a" providerId="AD" clId="Web-{FADA1949-B41D-0493-72BF-A7D3EC626F31}" dt="2026-02-02T13:58:39.830" v="565"/>
          <ac:spMkLst>
            <pc:docMk/>
            <pc:sldMk cId="2904898597" sldId="282"/>
            <ac:spMk id="34" creationId="{97429C3D-313E-2093-5735-2B9882189DBD}"/>
          </ac:spMkLst>
        </pc:spChg>
      </pc:sldChg>
      <pc:sldChg chg="addSp delSp modSp add ord replId">
        <pc:chgData name="Wasiliew,Leon" userId="S::w0496661@campus.nscc.ca::59c7bcc2-c00d-4d51-a9e2-958bf126fa3a" providerId="AD" clId="Web-{FADA1949-B41D-0493-72BF-A7D3EC626F31}" dt="2026-02-02T14:10:16.388" v="826" actId="20577"/>
        <pc:sldMkLst>
          <pc:docMk/>
          <pc:sldMk cId="1221665489" sldId="283"/>
        </pc:sldMkLst>
        <pc:spChg chg="mod">
          <ac:chgData name="Wasiliew,Leon" userId="S::w0496661@campus.nscc.ca::59c7bcc2-c00d-4d51-a9e2-958bf126fa3a" providerId="AD" clId="Web-{FADA1949-B41D-0493-72BF-A7D3EC626F31}" dt="2026-02-02T14:05:56.308" v="724"/>
          <ac:spMkLst>
            <pc:docMk/>
            <pc:sldMk cId="1221665489" sldId="283"/>
            <ac:spMk id="2" creationId="{9B7EB36B-7475-464D-DF51-6F6FA267AA45}"/>
          </ac:spMkLst>
        </pc:spChg>
        <pc:spChg chg="mod ord">
          <ac:chgData name="Wasiliew,Leon" userId="S::w0496661@campus.nscc.ca::59c7bcc2-c00d-4d51-a9e2-958bf126fa3a" providerId="AD" clId="Web-{FADA1949-B41D-0493-72BF-A7D3EC626F31}" dt="2026-02-02T14:10:16.388" v="826" actId="20577"/>
          <ac:spMkLst>
            <pc:docMk/>
            <pc:sldMk cId="1221665489" sldId="283"/>
            <ac:spMk id="5" creationId="{671CBDA9-32C4-3F55-1AE8-C2A0364ABC32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5:56.308" v="724"/>
          <ac:spMkLst>
            <pc:docMk/>
            <pc:sldMk cId="1221665489" sldId="283"/>
            <ac:spMk id="36" creationId="{91F2E193-99F7-0081-C7A1-B695E0960989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5:56.308" v="724"/>
          <ac:spMkLst>
            <pc:docMk/>
            <pc:sldMk cId="1221665489" sldId="283"/>
            <ac:spMk id="38" creationId="{DC25BD58-F0AA-EC20-EAB6-87E5605E6497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5:56.308" v="724"/>
          <ac:spMkLst>
            <pc:docMk/>
            <pc:sldMk cId="1221665489" sldId="283"/>
            <ac:spMk id="40" creationId="{4851B506-DF67-F353-9A04-E064F9EF18B9}"/>
          </ac:spMkLst>
        </pc:spChg>
        <pc:picChg chg="add mod">
          <ac:chgData name="Wasiliew,Leon" userId="S::w0496661@campus.nscc.ca::59c7bcc2-c00d-4d51-a9e2-958bf126fa3a" providerId="AD" clId="Web-{FADA1949-B41D-0493-72BF-A7D3EC626F31}" dt="2026-02-02T14:05:56.308" v="724"/>
          <ac:picMkLst>
            <pc:docMk/>
            <pc:sldMk cId="1221665489" sldId="283"/>
            <ac:picMk id="3" creationId="{076BD78D-37F3-EE12-67FA-7A1E309E2CF2}"/>
          </ac:picMkLst>
        </pc:picChg>
      </pc:sldChg>
      <pc:sldChg chg="addSp delSp modSp add ord replId">
        <pc:chgData name="Wasiliew,Leon" userId="S::w0496661@campus.nscc.ca::59c7bcc2-c00d-4d51-a9e2-958bf126fa3a" providerId="AD" clId="Web-{FADA1949-B41D-0493-72BF-A7D3EC626F31}" dt="2026-02-02T14:10:11.154" v="822" actId="20577"/>
        <pc:sldMkLst>
          <pc:docMk/>
          <pc:sldMk cId="686456026" sldId="284"/>
        </pc:sldMkLst>
        <pc:spChg chg="mod">
          <ac:chgData name="Wasiliew,Leon" userId="S::w0496661@campus.nscc.ca::59c7bcc2-c00d-4d51-a9e2-958bf126fa3a" providerId="AD" clId="Web-{FADA1949-B41D-0493-72BF-A7D3EC626F31}" dt="2026-02-02T14:08:51.669" v="775"/>
          <ac:spMkLst>
            <pc:docMk/>
            <pc:sldMk cId="686456026" sldId="284"/>
            <ac:spMk id="2" creationId="{73EE48BA-1495-04E6-A539-E45B3659F6F0}"/>
          </ac:spMkLst>
        </pc:spChg>
        <pc:spChg chg="mod ord">
          <ac:chgData name="Wasiliew,Leon" userId="S::w0496661@campus.nscc.ca::59c7bcc2-c00d-4d51-a9e2-958bf126fa3a" providerId="AD" clId="Web-{FADA1949-B41D-0493-72BF-A7D3EC626F31}" dt="2026-02-02T14:10:11.154" v="822" actId="20577"/>
          <ac:spMkLst>
            <pc:docMk/>
            <pc:sldMk cId="686456026" sldId="284"/>
            <ac:spMk id="5" creationId="{C9B9DE12-801C-1489-CFA1-86B63AD8A5B7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8:51.669" v="775"/>
          <ac:spMkLst>
            <pc:docMk/>
            <pc:sldMk cId="686456026" sldId="284"/>
            <ac:spMk id="36" creationId="{C62CDAAC-56FF-BBA1-A6D2-FE97EF88A989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8:51.669" v="775"/>
          <ac:spMkLst>
            <pc:docMk/>
            <pc:sldMk cId="686456026" sldId="284"/>
            <ac:spMk id="38" creationId="{F32DD001-4654-8ECB-5747-4FF89B471FFC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8:51.669" v="775"/>
          <ac:spMkLst>
            <pc:docMk/>
            <pc:sldMk cId="686456026" sldId="284"/>
            <ac:spMk id="40" creationId="{E7C7E0B0-1AF5-4E11-E5EF-9E8D211FFA87}"/>
          </ac:spMkLst>
        </pc:spChg>
        <pc:picChg chg="add del mod">
          <ac:chgData name="Wasiliew,Leon" userId="S::w0496661@campus.nscc.ca::59c7bcc2-c00d-4d51-a9e2-958bf126fa3a" providerId="AD" clId="Web-{FADA1949-B41D-0493-72BF-A7D3EC626F31}" dt="2026-02-02T14:08:43.247" v="773"/>
          <ac:picMkLst>
            <pc:docMk/>
            <pc:sldMk cId="686456026" sldId="284"/>
            <ac:picMk id="3" creationId="{87A9B942-5268-34AA-E131-AF05B9EFB93B}"/>
          </ac:picMkLst>
        </pc:picChg>
        <pc:picChg chg="add mod">
          <ac:chgData name="Wasiliew,Leon" userId="S::w0496661@campus.nscc.ca::59c7bcc2-c00d-4d51-a9e2-958bf126fa3a" providerId="AD" clId="Web-{FADA1949-B41D-0493-72BF-A7D3EC626F31}" dt="2026-02-02T14:08:51.669" v="775"/>
          <ac:picMkLst>
            <pc:docMk/>
            <pc:sldMk cId="686456026" sldId="284"/>
            <ac:picMk id="4" creationId="{21F8AF17-F121-DAEC-2AF3-B60166E5973B}"/>
          </ac:picMkLst>
        </pc:picChg>
      </pc:sldChg>
      <pc:sldChg chg="addSp delSp modSp add replId">
        <pc:chgData name="Wasiliew,Leon" userId="S::w0496661@campus.nscc.ca::59c7bcc2-c00d-4d51-a9e2-958bf126fa3a" providerId="AD" clId="Web-{FADA1949-B41D-0493-72BF-A7D3EC626F31}" dt="2026-02-02T14:10:04.248" v="818" actId="20577"/>
        <pc:sldMkLst>
          <pc:docMk/>
          <pc:sldMk cId="2389338416" sldId="285"/>
        </pc:sldMkLst>
        <pc:spChg chg="mod">
          <ac:chgData name="Wasiliew,Leon" userId="S::w0496661@campus.nscc.ca::59c7bcc2-c00d-4d51-a9e2-958bf126fa3a" providerId="AD" clId="Web-{FADA1949-B41D-0493-72BF-A7D3EC626F31}" dt="2026-02-02T14:09:47.763" v="811"/>
          <ac:spMkLst>
            <pc:docMk/>
            <pc:sldMk cId="2389338416" sldId="285"/>
            <ac:spMk id="2" creationId="{FAFC4363-59DC-35EF-A710-C46CB733DA11}"/>
          </ac:spMkLst>
        </pc:spChg>
        <pc:spChg chg="mod ord">
          <ac:chgData name="Wasiliew,Leon" userId="S::w0496661@campus.nscc.ca::59c7bcc2-c00d-4d51-a9e2-958bf126fa3a" providerId="AD" clId="Web-{FADA1949-B41D-0493-72BF-A7D3EC626F31}" dt="2026-02-02T14:10:04.248" v="818" actId="20577"/>
          <ac:spMkLst>
            <pc:docMk/>
            <pc:sldMk cId="2389338416" sldId="285"/>
            <ac:spMk id="5" creationId="{70095072-FB55-C122-B71E-3B7BB371A38D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9:47.763" v="811"/>
          <ac:spMkLst>
            <pc:docMk/>
            <pc:sldMk cId="2389338416" sldId="285"/>
            <ac:spMk id="36" creationId="{F5DEC9A2-A881-C2D2-FACD-C49276B87954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9:47.763" v="811"/>
          <ac:spMkLst>
            <pc:docMk/>
            <pc:sldMk cId="2389338416" sldId="285"/>
            <ac:spMk id="38" creationId="{B5A0967F-E788-A3C5-8579-61364A6E5871}"/>
          </ac:spMkLst>
        </pc:spChg>
        <pc:spChg chg="del">
          <ac:chgData name="Wasiliew,Leon" userId="S::w0496661@campus.nscc.ca::59c7bcc2-c00d-4d51-a9e2-958bf126fa3a" providerId="AD" clId="Web-{FADA1949-B41D-0493-72BF-A7D3EC626F31}" dt="2026-02-02T14:09:47.763" v="811"/>
          <ac:spMkLst>
            <pc:docMk/>
            <pc:sldMk cId="2389338416" sldId="285"/>
            <ac:spMk id="40" creationId="{B818F5AA-E03D-F5BD-8D41-837EEBD773D6}"/>
          </ac:spMkLst>
        </pc:spChg>
        <pc:picChg chg="del">
          <ac:chgData name="Wasiliew,Leon" userId="S::w0496661@campus.nscc.ca::59c7bcc2-c00d-4d51-a9e2-958bf126fa3a" providerId="AD" clId="Web-{FADA1949-B41D-0493-72BF-A7D3EC626F31}" dt="2026-02-02T14:09:03.169" v="777"/>
          <ac:picMkLst>
            <pc:docMk/>
            <pc:sldMk cId="2389338416" sldId="285"/>
            <ac:picMk id="3" creationId="{7845B29B-692D-DE10-9B38-B08F9B25341F}"/>
          </ac:picMkLst>
        </pc:picChg>
        <pc:picChg chg="add del mod">
          <ac:chgData name="Wasiliew,Leon" userId="S::w0496661@campus.nscc.ca::59c7bcc2-c00d-4d51-a9e2-958bf126fa3a" providerId="AD" clId="Web-{FADA1949-B41D-0493-72BF-A7D3EC626F31}" dt="2026-02-02T14:09:42.529" v="809"/>
          <ac:picMkLst>
            <pc:docMk/>
            <pc:sldMk cId="2389338416" sldId="285"/>
            <ac:picMk id="4" creationId="{BCCD55D9-2184-B015-23B0-4C7D2B0BEDCC}"/>
          </ac:picMkLst>
        </pc:picChg>
        <pc:picChg chg="add mod">
          <ac:chgData name="Wasiliew,Leon" userId="S::w0496661@campus.nscc.ca::59c7bcc2-c00d-4d51-a9e2-958bf126fa3a" providerId="AD" clId="Web-{FADA1949-B41D-0493-72BF-A7D3EC626F31}" dt="2026-02-02T14:09:47.763" v="811"/>
          <ac:picMkLst>
            <pc:docMk/>
            <pc:sldMk cId="2389338416" sldId="285"/>
            <ac:picMk id="6" creationId="{80D510E4-BE30-2404-3D64-FEC7A4F09EB1}"/>
          </ac:picMkLst>
        </pc:picChg>
      </pc:sldChg>
      <pc:sldChg chg="addSp delSp modSp add ord replId">
        <pc:chgData name="Wasiliew,Leon" userId="S::w0496661@campus.nscc.ca::59c7bcc2-c00d-4d51-a9e2-958bf126fa3a" providerId="AD" clId="Web-{FADA1949-B41D-0493-72BF-A7D3EC626F31}" dt="2026-02-02T14:13:54.280" v="969" actId="20577"/>
        <pc:sldMkLst>
          <pc:docMk/>
          <pc:sldMk cId="1908526714" sldId="286"/>
        </pc:sldMkLst>
        <pc:spChg chg="mod">
          <ac:chgData name="Wasiliew,Leon" userId="S::w0496661@campus.nscc.ca::59c7bcc2-c00d-4d51-a9e2-958bf126fa3a" providerId="AD" clId="Web-{FADA1949-B41D-0493-72BF-A7D3EC626F31}" dt="2026-02-02T14:13:44.374" v="964"/>
          <ac:spMkLst>
            <pc:docMk/>
            <pc:sldMk cId="1908526714" sldId="286"/>
            <ac:spMk id="2" creationId="{6339D687-56BB-6BDD-93E5-D02DB3D54038}"/>
          </ac:spMkLst>
        </pc:spChg>
        <pc:spChg chg="mod ord">
          <ac:chgData name="Wasiliew,Leon" userId="S::w0496661@campus.nscc.ca::59c7bcc2-c00d-4d51-a9e2-958bf126fa3a" providerId="AD" clId="Web-{FADA1949-B41D-0493-72BF-A7D3EC626F31}" dt="2026-02-02T14:13:54.280" v="969" actId="20577"/>
          <ac:spMkLst>
            <pc:docMk/>
            <pc:sldMk cId="1908526714" sldId="286"/>
            <ac:spMk id="5" creationId="{48A0E52B-F705-8DBC-575A-91A6581C96B1}"/>
          </ac:spMkLst>
        </pc:spChg>
        <pc:spChg chg="del">
          <ac:chgData name="Wasiliew,Leon" userId="S::w0496661@campus.nscc.ca::59c7bcc2-c00d-4d51-a9e2-958bf126fa3a" providerId="AD" clId="Web-{FADA1949-B41D-0493-72BF-A7D3EC626F31}" dt="2026-02-02T14:13:44.374" v="964"/>
          <ac:spMkLst>
            <pc:docMk/>
            <pc:sldMk cId="1908526714" sldId="286"/>
            <ac:spMk id="36" creationId="{835BF541-3268-2BC6-C1F8-DAB1F83C625A}"/>
          </ac:spMkLst>
        </pc:spChg>
        <pc:spChg chg="del">
          <ac:chgData name="Wasiliew,Leon" userId="S::w0496661@campus.nscc.ca::59c7bcc2-c00d-4d51-a9e2-958bf126fa3a" providerId="AD" clId="Web-{FADA1949-B41D-0493-72BF-A7D3EC626F31}" dt="2026-02-02T14:13:44.374" v="964"/>
          <ac:spMkLst>
            <pc:docMk/>
            <pc:sldMk cId="1908526714" sldId="286"/>
            <ac:spMk id="38" creationId="{E5AACE9E-EF6C-671F-2B8D-E27FDC958326}"/>
          </ac:spMkLst>
        </pc:spChg>
        <pc:spChg chg="del">
          <ac:chgData name="Wasiliew,Leon" userId="S::w0496661@campus.nscc.ca::59c7bcc2-c00d-4d51-a9e2-958bf126fa3a" providerId="AD" clId="Web-{FADA1949-B41D-0493-72BF-A7D3EC626F31}" dt="2026-02-02T14:13:44.374" v="964"/>
          <ac:spMkLst>
            <pc:docMk/>
            <pc:sldMk cId="1908526714" sldId="286"/>
            <ac:spMk id="40" creationId="{3E84FF4B-B188-2238-C48C-7A4D00158E3F}"/>
          </ac:spMkLst>
        </pc:spChg>
        <pc:picChg chg="add mod">
          <ac:chgData name="Wasiliew,Leon" userId="S::w0496661@campus.nscc.ca::59c7bcc2-c00d-4d51-a9e2-958bf126fa3a" providerId="AD" clId="Web-{FADA1949-B41D-0493-72BF-A7D3EC626F31}" dt="2026-02-02T14:13:44.374" v="964"/>
          <ac:picMkLst>
            <pc:docMk/>
            <pc:sldMk cId="1908526714" sldId="286"/>
            <ac:picMk id="3" creationId="{B5DC48F5-4498-49FA-772E-EEBFA87E76B9}"/>
          </ac:picMkLst>
        </pc:picChg>
      </pc:sldChg>
      <pc:sldChg chg="add ord replId">
        <pc:chgData name="Wasiliew,Leon" userId="S::w0496661@campus.nscc.ca::59c7bcc2-c00d-4d51-a9e2-958bf126fa3a" providerId="AD" clId="Web-{FADA1949-B41D-0493-72BF-A7D3EC626F31}" dt="2026-02-02T14:53:15.758" v="1673"/>
        <pc:sldMkLst>
          <pc:docMk/>
          <pc:sldMk cId="1173169620" sldId="287"/>
        </pc:sldMkLst>
      </pc:sldChg>
      <pc:sldChg chg="modSp add ord replId">
        <pc:chgData name="Wasiliew,Leon" userId="S::w0496661@campus.nscc.ca::59c7bcc2-c00d-4d51-a9e2-958bf126fa3a" providerId="AD" clId="Web-{FADA1949-B41D-0493-72BF-A7D3EC626F31}" dt="2026-02-02T14:55:39.137" v="1734" actId="20577"/>
        <pc:sldMkLst>
          <pc:docMk/>
          <pc:sldMk cId="831952412" sldId="288"/>
        </pc:sldMkLst>
        <pc:spChg chg="mod">
          <ac:chgData name="Wasiliew,Leon" userId="S::w0496661@campus.nscc.ca::59c7bcc2-c00d-4d51-a9e2-958bf126fa3a" providerId="AD" clId="Web-{FADA1949-B41D-0493-72BF-A7D3EC626F31}" dt="2026-02-02T14:55:39.137" v="1734" actId="20577"/>
          <ac:spMkLst>
            <pc:docMk/>
            <pc:sldMk cId="831952412" sldId="288"/>
            <ac:spMk id="2" creationId="{140C9ACB-00DB-B508-DA53-8D1A96E6D9E2}"/>
          </ac:spMkLst>
        </pc:spChg>
      </pc:sldChg>
      <pc:sldChg chg="modSp add ord replId">
        <pc:chgData name="Wasiliew,Leon" userId="S::w0496661@campus.nscc.ca::59c7bcc2-c00d-4d51-a9e2-958bf126fa3a" providerId="AD" clId="Web-{FADA1949-B41D-0493-72BF-A7D3EC626F31}" dt="2026-02-02T14:55:25.574" v="1731" actId="20577"/>
        <pc:sldMkLst>
          <pc:docMk/>
          <pc:sldMk cId="2355537731" sldId="289"/>
        </pc:sldMkLst>
        <pc:spChg chg="mod">
          <ac:chgData name="Wasiliew,Leon" userId="S::w0496661@campus.nscc.ca::59c7bcc2-c00d-4d51-a9e2-958bf126fa3a" providerId="AD" clId="Web-{FADA1949-B41D-0493-72BF-A7D3EC626F31}" dt="2026-02-02T14:55:25.574" v="1731" actId="20577"/>
          <ac:spMkLst>
            <pc:docMk/>
            <pc:sldMk cId="2355537731" sldId="289"/>
            <ac:spMk id="2" creationId="{0A38F7EA-DB81-1E1E-ED22-7EBA5BDE6B00}"/>
          </ac:spMkLst>
        </pc:spChg>
      </pc:sldChg>
      <pc:sldChg chg="modSp add ord replId">
        <pc:chgData name="Wasiliew,Leon" userId="S::w0496661@campus.nscc.ca::59c7bcc2-c00d-4d51-a9e2-958bf126fa3a" providerId="AD" clId="Web-{FADA1949-B41D-0493-72BF-A7D3EC626F31}" dt="2026-02-02T14:54:47.261" v="1709" actId="20577"/>
        <pc:sldMkLst>
          <pc:docMk/>
          <pc:sldMk cId="983493485" sldId="290"/>
        </pc:sldMkLst>
        <pc:spChg chg="mod">
          <ac:chgData name="Wasiliew,Leon" userId="S::w0496661@campus.nscc.ca::59c7bcc2-c00d-4d51-a9e2-958bf126fa3a" providerId="AD" clId="Web-{FADA1949-B41D-0493-72BF-A7D3EC626F31}" dt="2026-02-02T14:54:47.261" v="1709" actId="20577"/>
          <ac:spMkLst>
            <pc:docMk/>
            <pc:sldMk cId="983493485" sldId="290"/>
            <ac:spMk id="2" creationId="{499B507B-2B73-F956-E82A-F080D1B2D60C}"/>
          </ac:spMkLst>
        </pc:spChg>
      </pc:sldChg>
      <pc:sldChg chg="add del ord replId">
        <pc:chgData name="Wasiliew,Leon" userId="S::w0496661@campus.nscc.ca::59c7bcc2-c00d-4d51-a9e2-958bf126fa3a" providerId="AD" clId="Web-{FADA1949-B41D-0493-72BF-A7D3EC626F31}" dt="2026-02-02T14:58:40.983" v="1770"/>
        <pc:sldMkLst>
          <pc:docMk/>
          <pc:sldMk cId="2132059134" sldId="291"/>
        </pc:sldMkLst>
      </pc:sldChg>
      <pc:sldChg chg="addSp modSp new mod setBg">
        <pc:chgData name="Wasiliew,Leon" userId="S::w0496661@campus.nscc.ca::59c7bcc2-c00d-4d51-a9e2-958bf126fa3a" providerId="AD" clId="Web-{FADA1949-B41D-0493-72BF-A7D3EC626F31}" dt="2026-02-02T14:58:32.139" v="1769" actId="20577"/>
        <pc:sldMkLst>
          <pc:docMk/>
          <pc:sldMk cId="1739299973" sldId="292"/>
        </pc:sldMkLst>
        <pc:spChg chg="mod">
          <ac:chgData name="Wasiliew,Leon" userId="S::w0496661@campus.nscc.ca::59c7bcc2-c00d-4d51-a9e2-958bf126fa3a" providerId="AD" clId="Web-{FADA1949-B41D-0493-72BF-A7D3EC626F31}" dt="2026-02-02T14:58:32.139" v="1769" actId="20577"/>
          <ac:spMkLst>
            <pc:docMk/>
            <pc:sldMk cId="1739299973" sldId="292"/>
            <ac:spMk id="2" creationId="{0B8302DD-264D-B6D6-02A7-95741519D44B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7" creationId="{577D6B2E-37A3-429E-A37C-F30ED6487282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9" creationId="{5CEAD642-85CF-4750-8432-7C80C901F001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11" creationId="{FA33EEAE-15D5-4119-8C1E-89D943F911EF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13" creationId="{730D8B3B-9B80-4025-B934-26DC7D7CD231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15" creationId="{1064D5D5-227B-4F66-9AEA-46F570E793BD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17" creationId="{646B67A4-D328-4747-A82B-65E84FA46368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19" creationId="{B5A1B09C-1565-46F8-B70F-621C5EB48A09}"/>
          </ac:spMkLst>
        </pc:spChg>
        <pc:spChg chg="add">
          <ac:chgData name="Wasiliew,Leon" userId="S::w0496661@campus.nscc.ca::59c7bcc2-c00d-4d51-a9e2-958bf126fa3a" providerId="AD" clId="Web-{FADA1949-B41D-0493-72BF-A7D3EC626F31}" dt="2026-02-02T14:56:57.028" v="1747"/>
          <ac:spMkLst>
            <pc:docMk/>
            <pc:sldMk cId="1739299973" sldId="292"/>
            <ac:spMk id="21" creationId="{8C516CC8-80AC-446C-A56E-9F54B7210402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91281-AEF2-4AC7-9BC3-A76E0F999DEB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6803FD6-ED0E-40C5-B110-B82ED3FD7F0B}">
      <dgm:prSet/>
      <dgm:spPr/>
      <dgm:t>
        <a:bodyPr/>
        <a:lstStyle/>
        <a:p>
          <a:pPr rtl="0"/>
          <a:r>
            <a:rPr lang="en-CA"/>
            <a:t>1. </a:t>
          </a:r>
          <a:r>
            <a:rPr lang="en-CA">
              <a:latin typeface="Calibri"/>
            </a:rPr>
            <a:t>Welcome &amp; Introductions</a:t>
          </a:r>
          <a:endParaRPr lang="en-US"/>
        </a:p>
      </dgm:t>
    </dgm:pt>
    <dgm:pt modelId="{1755EC97-10AF-4BB3-AAF9-F60AD6D67954}" type="parTrans" cxnId="{94B139F2-8FBA-4DC9-9203-B53D0D3DA896}">
      <dgm:prSet/>
      <dgm:spPr/>
      <dgm:t>
        <a:bodyPr/>
        <a:lstStyle/>
        <a:p>
          <a:endParaRPr lang="en-US"/>
        </a:p>
      </dgm:t>
    </dgm:pt>
    <dgm:pt modelId="{E961B58F-723F-4A32-9FA6-870EAF5D3A03}" type="sibTrans" cxnId="{94B139F2-8FBA-4DC9-9203-B53D0D3DA896}">
      <dgm:prSet/>
      <dgm:spPr/>
      <dgm:t>
        <a:bodyPr/>
        <a:lstStyle/>
        <a:p>
          <a:endParaRPr lang="en-US"/>
        </a:p>
      </dgm:t>
    </dgm:pt>
    <dgm:pt modelId="{DB05E12D-CC2B-4CA6-8D09-236995E8353A}">
      <dgm:prSet/>
      <dgm:spPr/>
      <dgm:t>
        <a:bodyPr/>
        <a:lstStyle/>
        <a:p>
          <a:pPr rtl="0"/>
          <a:r>
            <a:rPr lang="en-CA">
              <a:latin typeface="Calibri"/>
            </a:rPr>
            <a:t>3</a:t>
          </a:r>
          <a:r>
            <a:rPr lang="en-CA"/>
            <a:t>. </a:t>
          </a:r>
          <a:r>
            <a:rPr lang="en-CA">
              <a:latin typeface="Calibri"/>
            </a:rPr>
            <a:t>Objectives (SMART)</a:t>
          </a:r>
        </a:p>
      </dgm:t>
    </dgm:pt>
    <dgm:pt modelId="{BB15533A-D3A4-414A-932B-247AFABBD477}" type="parTrans" cxnId="{676C3CAE-0477-4D2A-B50B-9EA65E0F5610}">
      <dgm:prSet/>
      <dgm:spPr/>
      <dgm:t>
        <a:bodyPr/>
        <a:lstStyle/>
        <a:p>
          <a:endParaRPr lang="en-US"/>
        </a:p>
      </dgm:t>
    </dgm:pt>
    <dgm:pt modelId="{9BBAE8C6-EF4D-49EE-9F32-7838C63003AD}" type="sibTrans" cxnId="{676C3CAE-0477-4D2A-B50B-9EA65E0F5610}">
      <dgm:prSet/>
      <dgm:spPr/>
      <dgm:t>
        <a:bodyPr/>
        <a:lstStyle/>
        <a:p>
          <a:endParaRPr lang="en-US"/>
        </a:p>
      </dgm:t>
    </dgm:pt>
    <dgm:pt modelId="{D7FF4731-7FD3-48DA-BFCA-6954060C34F4}">
      <dgm:prSet/>
      <dgm:spPr/>
      <dgm:t>
        <a:bodyPr/>
        <a:lstStyle/>
        <a:p>
          <a:r>
            <a:rPr lang="en-CA">
              <a:latin typeface="Calibri"/>
            </a:rPr>
            <a:t>7</a:t>
          </a:r>
          <a:r>
            <a:rPr lang="en-CA"/>
            <a:t>. Timeline </a:t>
          </a:r>
          <a:r>
            <a:rPr lang="en-CA">
              <a:latin typeface="Calibri"/>
            </a:rPr>
            <a:t>Discussion</a:t>
          </a:r>
          <a:endParaRPr lang="en-US"/>
        </a:p>
      </dgm:t>
    </dgm:pt>
    <dgm:pt modelId="{66C0CFEA-9B07-4230-BEC0-55070623F9B7}" type="parTrans" cxnId="{7A2304DC-D1EA-4DE9-AF12-9743939830F6}">
      <dgm:prSet/>
      <dgm:spPr/>
      <dgm:t>
        <a:bodyPr/>
        <a:lstStyle/>
        <a:p>
          <a:endParaRPr lang="en-US"/>
        </a:p>
      </dgm:t>
    </dgm:pt>
    <dgm:pt modelId="{DAB2C77E-E471-41E1-BE7D-EA7E5C52B60E}" type="sibTrans" cxnId="{7A2304DC-D1EA-4DE9-AF12-9743939830F6}">
      <dgm:prSet/>
      <dgm:spPr/>
      <dgm:t>
        <a:bodyPr/>
        <a:lstStyle/>
        <a:p>
          <a:endParaRPr lang="en-US"/>
        </a:p>
      </dgm:t>
    </dgm:pt>
    <dgm:pt modelId="{82A2A745-E6BF-4221-B9B2-CCB2956214EF}">
      <dgm:prSet/>
      <dgm:spPr/>
      <dgm:t>
        <a:bodyPr/>
        <a:lstStyle/>
        <a:p>
          <a:pPr rtl="0"/>
          <a:r>
            <a:rPr lang="en-CA">
              <a:latin typeface="Calibri"/>
            </a:rPr>
            <a:t>8</a:t>
          </a:r>
          <a:r>
            <a:rPr lang="en-CA"/>
            <a:t>. </a:t>
          </a:r>
          <a:r>
            <a:rPr lang="en-CA">
              <a:latin typeface="Calibri"/>
            </a:rPr>
            <a:t>Next Steps Discussion</a:t>
          </a:r>
          <a:endParaRPr lang="en-US"/>
        </a:p>
      </dgm:t>
    </dgm:pt>
    <dgm:pt modelId="{EF027368-337E-46BB-9B7F-01EEC6DEF154}" type="parTrans" cxnId="{4777BA7A-A6BC-4697-953C-52F70070C352}">
      <dgm:prSet/>
      <dgm:spPr/>
      <dgm:t>
        <a:bodyPr/>
        <a:lstStyle/>
        <a:p>
          <a:endParaRPr lang="en-US"/>
        </a:p>
      </dgm:t>
    </dgm:pt>
    <dgm:pt modelId="{2B085A52-F95B-4F72-9894-C2AE4242EEF3}" type="sibTrans" cxnId="{4777BA7A-A6BC-4697-953C-52F70070C352}">
      <dgm:prSet/>
      <dgm:spPr/>
      <dgm:t>
        <a:bodyPr/>
        <a:lstStyle/>
        <a:p>
          <a:endParaRPr lang="en-US"/>
        </a:p>
      </dgm:t>
    </dgm:pt>
    <dgm:pt modelId="{FE8D7E8A-D93B-4BED-A7F6-796C60F1B620}">
      <dgm:prSet phldr="0"/>
      <dgm:spPr/>
      <dgm:t>
        <a:bodyPr/>
        <a:lstStyle/>
        <a:p>
          <a:pPr rtl="0"/>
          <a:r>
            <a:rPr lang="en-CA">
              <a:latin typeface="Calibri"/>
            </a:rPr>
            <a:t>2. Project Context </a:t>
          </a:r>
        </a:p>
      </dgm:t>
    </dgm:pt>
    <dgm:pt modelId="{D363C552-9D1A-4CCD-B759-FCF751B55BD8}" type="parTrans" cxnId="{7302BA7C-524E-411D-B3F3-16338E8D00DB}">
      <dgm:prSet/>
      <dgm:spPr/>
    </dgm:pt>
    <dgm:pt modelId="{ECD1201F-6F47-46DB-A244-919E9E8D2DFD}" type="sibTrans" cxnId="{7302BA7C-524E-411D-B3F3-16338E8D00DB}">
      <dgm:prSet/>
      <dgm:spPr/>
    </dgm:pt>
    <dgm:pt modelId="{52EA0977-5414-4F1D-8F21-EC3494FAA533}">
      <dgm:prSet phldr="0"/>
      <dgm:spPr/>
      <dgm:t>
        <a:bodyPr/>
        <a:lstStyle/>
        <a:p>
          <a:pPr rtl="0"/>
          <a:r>
            <a:rPr lang="en-CA">
              <a:latin typeface="Calibri"/>
            </a:rPr>
            <a:t>5. Architecture</a:t>
          </a:r>
          <a:r>
            <a:rPr lang="en-CA"/>
            <a:t> </a:t>
          </a:r>
          <a:r>
            <a:rPr lang="en-CA">
              <a:latin typeface="Calibri"/>
            </a:rPr>
            <a:t>Discussion</a:t>
          </a:r>
          <a:endParaRPr lang="en-US"/>
        </a:p>
      </dgm:t>
    </dgm:pt>
    <dgm:pt modelId="{3588CDF2-AE5A-46DE-9FBB-BDBFEC690600}" type="parTrans" cxnId="{EF65269B-8F4B-49F3-AB3F-8BA48F31A013}">
      <dgm:prSet/>
      <dgm:spPr/>
    </dgm:pt>
    <dgm:pt modelId="{62ADB2AD-83AE-4A47-A964-D21EF6238AB9}" type="sibTrans" cxnId="{EF65269B-8F4B-49F3-AB3F-8BA48F31A013}">
      <dgm:prSet/>
      <dgm:spPr/>
    </dgm:pt>
    <dgm:pt modelId="{C4A8B256-12F5-4D33-A281-38914F07CEC3}">
      <dgm:prSet phldr="0"/>
      <dgm:spPr/>
      <dgm:t>
        <a:bodyPr/>
        <a:lstStyle/>
        <a:p>
          <a:pPr rtl="0"/>
          <a:r>
            <a:rPr lang="en-CA">
              <a:latin typeface="Calibri"/>
            </a:rPr>
            <a:t>4. Incident Response Scenarios</a:t>
          </a:r>
        </a:p>
      </dgm:t>
    </dgm:pt>
    <dgm:pt modelId="{10E36163-3AD9-4D06-ABC7-5D3B3CBA47C4}" type="parTrans" cxnId="{659CA4BE-EFDF-4462-B627-93476959396F}">
      <dgm:prSet/>
      <dgm:spPr/>
    </dgm:pt>
    <dgm:pt modelId="{70A464AD-ACBC-4E6F-B0B8-44F35010E8B2}" type="sibTrans" cxnId="{659CA4BE-EFDF-4462-B627-93476959396F}">
      <dgm:prSet/>
      <dgm:spPr/>
    </dgm:pt>
    <dgm:pt modelId="{78F41ED8-CA67-45CC-AACB-C576ED00B97B}">
      <dgm:prSet phldr="0"/>
      <dgm:spPr/>
      <dgm:t>
        <a:bodyPr/>
        <a:lstStyle/>
        <a:p>
          <a:pPr rtl="0"/>
          <a:r>
            <a:rPr lang="en-CA" sz="1100">
              <a:latin typeface="Calibri"/>
            </a:rPr>
            <a:t>6. Risk Discussion</a:t>
          </a:r>
          <a:endParaRPr lang="en-CA">
            <a:latin typeface="Calibri"/>
          </a:endParaRPr>
        </a:p>
      </dgm:t>
    </dgm:pt>
    <dgm:pt modelId="{13F329F1-6BB3-409F-9049-675F9D874BCC}" type="parTrans" cxnId="{DABE4EE5-2BAC-4FF8-BA80-82F5B4F84822}">
      <dgm:prSet/>
      <dgm:spPr/>
    </dgm:pt>
    <dgm:pt modelId="{C9E0D88E-78F2-4800-87C3-9DEC21B9FDA9}" type="sibTrans" cxnId="{DABE4EE5-2BAC-4FF8-BA80-82F5B4F84822}">
      <dgm:prSet/>
      <dgm:spPr/>
    </dgm:pt>
    <dgm:pt modelId="{BDDDABFC-5C40-493F-BB0E-403AA8F4C65F}" type="pres">
      <dgm:prSet presAssocID="{5D691281-AEF2-4AC7-9BC3-A76E0F999DEB}" presName="diagram" presStyleCnt="0">
        <dgm:presLayoutVars>
          <dgm:dir/>
          <dgm:resizeHandles val="exact"/>
        </dgm:presLayoutVars>
      </dgm:prSet>
      <dgm:spPr/>
    </dgm:pt>
    <dgm:pt modelId="{409AF877-9827-4981-AF8A-2DAD994F91C5}" type="pres">
      <dgm:prSet presAssocID="{36803FD6-ED0E-40C5-B110-B82ED3FD7F0B}" presName="node" presStyleLbl="node1" presStyleIdx="0" presStyleCnt="8">
        <dgm:presLayoutVars>
          <dgm:bulletEnabled val="1"/>
        </dgm:presLayoutVars>
      </dgm:prSet>
      <dgm:spPr/>
    </dgm:pt>
    <dgm:pt modelId="{C18BF3CC-B39E-438D-B6C7-378330825D68}" type="pres">
      <dgm:prSet presAssocID="{E961B58F-723F-4A32-9FA6-870EAF5D3A03}" presName="sibTrans" presStyleCnt="0"/>
      <dgm:spPr/>
    </dgm:pt>
    <dgm:pt modelId="{680DF7FF-B2F4-4E8B-A468-1AF26EDA72DB}" type="pres">
      <dgm:prSet presAssocID="{FE8D7E8A-D93B-4BED-A7F6-796C60F1B620}" presName="node" presStyleLbl="node1" presStyleIdx="1" presStyleCnt="8">
        <dgm:presLayoutVars>
          <dgm:bulletEnabled val="1"/>
        </dgm:presLayoutVars>
      </dgm:prSet>
      <dgm:spPr/>
    </dgm:pt>
    <dgm:pt modelId="{629A5674-FB54-435F-9387-D777D52586F4}" type="pres">
      <dgm:prSet presAssocID="{ECD1201F-6F47-46DB-A244-919E9E8D2DFD}" presName="sibTrans" presStyleCnt="0"/>
      <dgm:spPr/>
    </dgm:pt>
    <dgm:pt modelId="{4F40C292-93D9-4964-85CB-5E2AFD455178}" type="pres">
      <dgm:prSet presAssocID="{DB05E12D-CC2B-4CA6-8D09-236995E8353A}" presName="node" presStyleLbl="node1" presStyleIdx="2" presStyleCnt="8">
        <dgm:presLayoutVars>
          <dgm:bulletEnabled val="1"/>
        </dgm:presLayoutVars>
      </dgm:prSet>
      <dgm:spPr/>
    </dgm:pt>
    <dgm:pt modelId="{5C4F6B0B-B7DE-45D4-B7A9-DBBFD9580A94}" type="pres">
      <dgm:prSet presAssocID="{9BBAE8C6-EF4D-49EE-9F32-7838C63003AD}" presName="sibTrans" presStyleCnt="0"/>
      <dgm:spPr/>
    </dgm:pt>
    <dgm:pt modelId="{F8137494-1625-4312-9482-DF9068EF7423}" type="pres">
      <dgm:prSet presAssocID="{C4A8B256-12F5-4D33-A281-38914F07CEC3}" presName="node" presStyleLbl="node1" presStyleIdx="3" presStyleCnt="8">
        <dgm:presLayoutVars>
          <dgm:bulletEnabled val="1"/>
        </dgm:presLayoutVars>
      </dgm:prSet>
      <dgm:spPr/>
    </dgm:pt>
    <dgm:pt modelId="{E8F86EC0-CA82-466C-95F0-CD38EE26FE79}" type="pres">
      <dgm:prSet presAssocID="{70A464AD-ACBC-4E6F-B0B8-44F35010E8B2}" presName="sibTrans" presStyleCnt="0"/>
      <dgm:spPr/>
    </dgm:pt>
    <dgm:pt modelId="{972D5CBA-4AA6-48F1-B3D4-AE48A03996D5}" type="pres">
      <dgm:prSet presAssocID="{52EA0977-5414-4F1D-8F21-EC3494FAA533}" presName="node" presStyleLbl="node1" presStyleIdx="4" presStyleCnt="8">
        <dgm:presLayoutVars>
          <dgm:bulletEnabled val="1"/>
        </dgm:presLayoutVars>
      </dgm:prSet>
      <dgm:spPr/>
    </dgm:pt>
    <dgm:pt modelId="{651987F5-5704-4749-9EE4-06EA8A68379E}" type="pres">
      <dgm:prSet presAssocID="{62ADB2AD-83AE-4A47-A964-D21EF6238AB9}" presName="sibTrans" presStyleCnt="0"/>
      <dgm:spPr/>
    </dgm:pt>
    <dgm:pt modelId="{8C9A251B-E006-4982-BA26-D35EB649B925}" type="pres">
      <dgm:prSet presAssocID="{78F41ED8-CA67-45CC-AACB-C576ED00B97B}" presName="node" presStyleLbl="node1" presStyleIdx="5" presStyleCnt="8">
        <dgm:presLayoutVars>
          <dgm:bulletEnabled val="1"/>
        </dgm:presLayoutVars>
      </dgm:prSet>
      <dgm:spPr/>
    </dgm:pt>
    <dgm:pt modelId="{CA1B8EB7-3C69-4A86-AB2F-E61E4C23EECA}" type="pres">
      <dgm:prSet presAssocID="{C9E0D88E-78F2-4800-87C3-9DEC21B9FDA9}" presName="sibTrans" presStyleCnt="0"/>
      <dgm:spPr/>
    </dgm:pt>
    <dgm:pt modelId="{17C7B328-BBF3-450B-A695-7F9EC7E4AFDA}" type="pres">
      <dgm:prSet presAssocID="{D7FF4731-7FD3-48DA-BFCA-6954060C34F4}" presName="node" presStyleLbl="node1" presStyleIdx="6" presStyleCnt="8">
        <dgm:presLayoutVars>
          <dgm:bulletEnabled val="1"/>
        </dgm:presLayoutVars>
      </dgm:prSet>
      <dgm:spPr/>
    </dgm:pt>
    <dgm:pt modelId="{66A6130A-2860-41E6-BDB9-96E2E6C68169}" type="pres">
      <dgm:prSet presAssocID="{DAB2C77E-E471-41E1-BE7D-EA7E5C52B60E}" presName="sibTrans" presStyleCnt="0"/>
      <dgm:spPr/>
    </dgm:pt>
    <dgm:pt modelId="{E42AA356-5B5B-48D4-B3C0-B0590AD40DD1}" type="pres">
      <dgm:prSet presAssocID="{82A2A745-E6BF-4221-B9B2-CCB2956214EF}" presName="node" presStyleLbl="node1" presStyleIdx="7" presStyleCnt="8">
        <dgm:presLayoutVars>
          <dgm:bulletEnabled val="1"/>
        </dgm:presLayoutVars>
      </dgm:prSet>
      <dgm:spPr/>
    </dgm:pt>
  </dgm:ptLst>
  <dgm:cxnLst>
    <dgm:cxn modelId="{69CC1F09-3919-4B89-9B8D-7B6FF2EE9265}" type="presOf" srcId="{C4A8B256-12F5-4D33-A281-38914F07CEC3}" destId="{F8137494-1625-4312-9482-DF9068EF7423}" srcOrd="0" destOrd="0" presId="urn:microsoft.com/office/officeart/2005/8/layout/default"/>
    <dgm:cxn modelId="{9371350D-281A-4D52-A8EB-48B514EC8B56}" type="presOf" srcId="{78F41ED8-CA67-45CC-AACB-C576ED00B97B}" destId="{8C9A251B-E006-4982-BA26-D35EB649B925}" srcOrd="0" destOrd="0" presId="urn:microsoft.com/office/officeart/2005/8/layout/default"/>
    <dgm:cxn modelId="{E1B2B91D-586F-468F-A8FD-BFB29498F91E}" type="presOf" srcId="{52EA0977-5414-4F1D-8F21-EC3494FAA533}" destId="{972D5CBA-4AA6-48F1-B3D4-AE48A03996D5}" srcOrd="0" destOrd="0" presId="urn:microsoft.com/office/officeart/2005/8/layout/default"/>
    <dgm:cxn modelId="{B47DBC34-083D-4FD7-BD7D-2155570229DE}" type="presOf" srcId="{82A2A745-E6BF-4221-B9B2-CCB2956214EF}" destId="{E42AA356-5B5B-48D4-B3C0-B0590AD40DD1}" srcOrd="0" destOrd="0" presId="urn:microsoft.com/office/officeart/2005/8/layout/default"/>
    <dgm:cxn modelId="{05D02270-5B83-422D-B201-071C2EDA43EF}" type="presOf" srcId="{FE8D7E8A-D93B-4BED-A7F6-796C60F1B620}" destId="{680DF7FF-B2F4-4E8B-A468-1AF26EDA72DB}" srcOrd="0" destOrd="0" presId="urn:microsoft.com/office/officeart/2005/8/layout/default"/>
    <dgm:cxn modelId="{4777BA7A-A6BC-4697-953C-52F70070C352}" srcId="{5D691281-AEF2-4AC7-9BC3-A76E0F999DEB}" destId="{82A2A745-E6BF-4221-B9B2-CCB2956214EF}" srcOrd="7" destOrd="0" parTransId="{EF027368-337E-46BB-9B7F-01EEC6DEF154}" sibTransId="{2B085A52-F95B-4F72-9894-C2AE4242EEF3}"/>
    <dgm:cxn modelId="{7302BA7C-524E-411D-B3F3-16338E8D00DB}" srcId="{5D691281-AEF2-4AC7-9BC3-A76E0F999DEB}" destId="{FE8D7E8A-D93B-4BED-A7F6-796C60F1B620}" srcOrd="1" destOrd="0" parTransId="{D363C552-9D1A-4CCD-B759-FCF751B55BD8}" sibTransId="{ECD1201F-6F47-46DB-A244-919E9E8D2DFD}"/>
    <dgm:cxn modelId="{8AE89981-C857-4632-AF1B-F5C5EEAF7B3A}" type="presOf" srcId="{36803FD6-ED0E-40C5-B110-B82ED3FD7F0B}" destId="{409AF877-9827-4981-AF8A-2DAD994F91C5}" srcOrd="0" destOrd="0" presId="urn:microsoft.com/office/officeart/2005/8/layout/default"/>
    <dgm:cxn modelId="{EF65269B-8F4B-49F3-AB3F-8BA48F31A013}" srcId="{5D691281-AEF2-4AC7-9BC3-A76E0F999DEB}" destId="{52EA0977-5414-4F1D-8F21-EC3494FAA533}" srcOrd="4" destOrd="0" parTransId="{3588CDF2-AE5A-46DE-9FBB-BDBFEC690600}" sibTransId="{62ADB2AD-83AE-4A47-A964-D21EF6238AB9}"/>
    <dgm:cxn modelId="{6B0B35A5-35FC-4D29-873F-D614B1525279}" type="presOf" srcId="{DB05E12D-CC2B-4CA6-8D09-236995E8353A}" destId="{4F40C292-93D9-4964-85CB-5E2AFD455178}" srcOrd="0" destOrd="0" presId="urn:microsoft.com/office/officeart/2005/8/layout/default"/>
    <dgm:cxn modelId="{676C3CAE-0477-4D2A-B50B-9EA65E0F5610}" srcId="{5D691281-AEF2-4AC7-9BC3-A76E0F999DEB}" destId="{DB05E12D-CC2B-4CA6-8D09-236995E8353A}" srcOrd="2" destOrd="0" parTransId="{BB15533A-D3A4-414A-932B-247AFABBD477}" sibTransId="{9BBAE8C6-EF4D-49EE-9F32-7838C63003AD}"/>
    <dgm:cxn modelId="{755990B7-6B5E-496E-9924-ECED3F6D290B}" type="presOf" srcId="{5D691281-AEF2-4AC7-9BC3-A76E0F999DEB}" destId="{BDDDABFC-5C40-493F-BB0E-403AA8F4C65F}" srcOrd="0" destOrd="0" presId="urn:microsoft.com/office/officeart/2005/8/layout/default"/>
    <dgm:cxn modelId="{659CA4BE-EFDF-4462-B627-93476959396F}" srcId="{5D691281-AEF2-4AC7-9BC3-A76E0F999DEB}" destId="{C4A8B256-12F5-4D33-A281-38914F07CEC3}" srcOrd="3" destOrd="0" parTransId="{10E36163-3AD9-4D06-ABC7-5D3B3CBA47C4}" sibTransId="{70A464AD-ACBC-4E6F-B0B8-44F35010E8B2}"/>
    <dgm:cxn modelId="{DA028EC1-AEC8-46EF-8199-80BC2A8AB13A}" type="presOf" srcId="{D7FF4731-7FD3-48DA-BFCA-6954060C34F4}" destId="{17C7B328-BBF3-450B-A695-7F9EC7E4AFDA}" srcOrd="0" destOrd="0" presId="urn:microsoft.com/office/officeart/2005/8/layout/default"/>
    <dgm:cxn modelId="{7A2304DC-D1EA-4DE9-AF12-9743939830F6}" srcId="{5D691281-AEF2-4AC7-9BC3-A76E0F999DEB}" destId="{D7FF4731-7FD3-48DA-BFCA-6954060C34F4}" srcOrd="6" destOrd="0" parTransId="{66C0CFEA-9B07-4230-BEC0-55070623F9B7}" sibTransId="{DAB2C77E-E471-41E1-BE7D-EA7E5C52B60E}"/>
    <dgm:cxn modelId="{DABE4EE5-2BAC-4FF8-BA80-82F5B4F84822}" srcId="{5D691281-AEF2-4AC7-9BC3-A76E0F999DEB}" destId="{78F41ED8-CA67-45CC-AACB-C576ED00B97B}" srcOrd="5" destOrd="0" parTransId="{13F329F1-6BB3-409F-9049-675F9D874BCC}" sibTransId="{C9E0D88E-78F2-4800-87C3-9DEC21B9FDA9}"/>
    <dgm:cxn modelId="{94B139F2-8FBA-4DC9-9203-B53D0D3DA896}" srcId="{5D691281-AEF2-4AC7-9BC3-A76E0F999DEB}" destId="{36803FD6-ED0E-40C5-B110-B82ED3FD7F0B}" srcOrd="0" destOrd="0" parTransId="{1755EC97-10AF-4BB3-AAF9-F60AD6D67954}" sibTransId="{E961B58F-723F-4A32-9FA6-870EAF5D3A03}"/>
    <dgm:cxn modelId="{9A33D1A8-B59A-4B91-8DFB-D0CAA1FBD7E0}" type="presParOf" srcId="{BDDDABFC-5C40-493F-BB0E-403AA8F4C65F}" destId="{409AF877-9827-4981-AF8A-2DAD994F91C5}" srcOrd="0" destOrd="0" presId="urn:microsoft.com/office/officeart/2005/8/layout/default"/>
    <dgm:cxn modelId="{8C2E890F-053C-43E7-8743-1796A0E03DB5}" type="presParOf" srcId="{BDDDABFC-5C40-493F-BB0E-403AA8F4C65F}" destId="{C18BF3CC-B39E-438D-B6C7-378330825D68}" srcOrd="1" destOrd="0" presId="urn:microsoft.com/office/officeart/2005/8/layout/default"/>
    <dgm:cxn modelId="{69431BCC-7D5D-4360-959F-D8F3AC6D16CE}" type="presParOf" srcId="{BDDDABFC-5C40-493F-BB0E-403AA8F4C65F}" destId="{680DF7FF-B2F4-4E8B-A468-1AF26EDA72DB}" srcOrd="2" destOrd="0" presId="urn:microsoft.com/office/officeart/2005/8/layout/default"/>
    <dgm:cxn modelId="{498CD9DE-12CA-4BFE-9AAD-B2489A792A28}" type="presParOf" srcId="{BDDDABFC-5C40-493F-BB0E-403AA8F4C65F}" destId="{629A5674-FB54-435F-9387-D777D52586F4}" srcOrd="3" destOrd="0" presId="urn:microsoft.com/office/officeart/2005/8/layout/default"/>
    <dgm:cxn modelId="{ED57CC4D-DEC7-4DD6-98E4-4A7BC742323E}" type="presParOf" srcId="{BDDDABFC-5C40-493F-BB0E-403AA8F4C65F}" destId="{4F40C292-93D9-4964-85CB-5E2AFD455178}" srcOrd="4" destOrd="0" presId="urn:microsoft.com/office/officeart/2005/8/layout/default"/>
    <dgm:cxn modelId="{34750EEB-DED0-40BF-AC87-AB8287332A90}" type="presParOf" srcId="{BDDDABFC-5C40-493F-BB0E-403AA8F4C65F}" destId="{5C4F6B0B-B7DE-45D4-B7A9-DBBFD9580A94}" srcOrd="5" destOrd="0" presId="urn:microsoft.com/office/officeart/2005/8/layout/default"/>
    <dgm:cxn modelId="{C83890DA-FA25-400F-8380-48B41BFB1038}" type="presParOf" srcId="{BDDDABFC-5C40-493F-BB0E-403AA8F4C65F}" destId="{F8137494-1625-4312-9482-DF9068EF7423}" srcOrd="6" destOrd="0" presId="urn:microsoft.com/office/officeart/2005/8/layout/default"/>
    <dgm:cxn modelId="{C3D12DAF-FE7B-4A2E-A413-C305D7C24A12}" type="presParOf" srcId="{BDDDABFC-5C40-493F-BB0E-403AA8F4C65F}" destId="{E8F86EC0-CA82-466C-95F0-CD38EE26FE79}" srcOrd="7" destOrd="0" presId="urn:microsoft.com/office/officeart/2005/8/layout/default"/>
    <dgm:cxn modelId="{F3BC702B-3168-4029-9F22-514080C1BDC6}" type="presParOf" srcId="{BDDDABFC-5C40-493F-BB0E-403AA8F4C65F}" destId="{972D5CBA-4AA6-48F1-B3D4-AE48A03996D5}" srcOrd="8" destOrd="0" presId="urn:microsoft.com/office/officeart/2005/8/layout/default"/>
    <dgm:cxn modelId="{EDA111A7-13E5-465B-B1C0-1CDBF796F012}" type="presParOf" srcId="{BDDDABFC-5C40-493F-BB0E-403AA8F4C65F}" destId="{651987F5-5704-4749-9EE4-06EA8A68379E}" srcOrd="9" destOrd="0" presId="urn:microsoft.com/office/officeart/2005/8/layout/default"/>
    <dgm:cxn modelId="{026C090E-36F1-4866-A024-AD12426E0595}" type="presParOf" srcId="{BDDDABFC-5C40-493F-BB0E-403AA8F4C65F}" destId="{8C9A251B-E006-4982-BA26-D35EB649B925}" srcOrd="10" destOrd="0" presId="urn:microsoft.com/office/officeart/2005/8/layout/default"/>
    <dgm:cxn modelId="{6C76C641-8318-4A7A-BE7B-15FDECE017AA}" type="presParOf" srcId="{BDDDABFC-5C40-493F-BB0E-403AA8F4C65F}" destId="{CA1B8EB7-3C69-4A86-AB2F-E61E4C23EECA}" srcOrd="11" destOrd="0" presId="urn:microsoft.com/office/officeart/2005/8/layout/default"/>
    <dgm:cxn modelId="{C409FA77-861A-455A-8209-43FA3F19A570}" type="presParOf" srcId="{BDDDABFC-5C40-493F-BB0E-403AA8F4C65F}" destId="{17C7B328-BBF3-450B-A695-7F9EC7E4AFDA}" srcOrd="12" destOrd="0" presId="urn:microsoft.com/office/officeart/2005/8/layout/default"/>
    <dgm:cxn modelId="{2030400E-5363-482E-B852-1AEE9EE0CB99}" type="presParOf" srcId="{BDDDABFC-5C40-493F-BB0E-403AA8F4C65F}" destId="{66A6130A-2860-41E6-BDB9-96E2E6C68169}" srcOrd="13" destOrd="0" presId="urn:microsoft.com/office/officeart/2005/8/layout/default"/>
    <dgm:cxn modelId="{631DB1F2-E6EA-4808-B417-D5D8E157F3FD}" type="presParOf" srcId="{BDDDABFC-5C40-493F-BB0E-403AA8F4C65F}" destId="{E42AA356-5B5B-48D4-B3C0-B0590AD40DD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7DFEC9-97C2-40C7-895D-E53CD598FFD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9F8204-9E73-4C08-9705-2938D9808E50}">
      <dgm:prSet/>
      <dgm:spPr/>
      <dgm:t>
        <a:bodyPr/>
        <a:lstStyle/>
        <a:p>
          <a:pPr rtl="0"/>
          <a:r>
            <a:rPr lang="en-US" b="1">
              <a:latin typeface="Calibri"/>
            </a:rPr>
            <a:t>Tom </a:t>
          </a:r>
          <a:r>
            <a:rPr lang="en-US" b="1"/>
            <a:t>Burchell</a:t>
          </a:r>
          <a:r>
            <a:rPr lang="en-US"/>
            <a:t> – Backend &amp; Real-Time</a:t>
          </a:r>
          <a:endParaRPr lang="en-US">
            <a:latin typeface="Calibri"/>
          </a:endParaRPr>
        </a:p>
      </dgm:t>
    </dgm:pt>
    <dgm:pt modelId="{B8159C48-985D-46C9-A1D7-5572AEF16262}" type="parTrans" cxnId="{4A72DB5F-5707-4846-B6F0-A20B61573F5C}">
      <dgm:prSet/>
      <dgm:spPr/>
      <dgm:t>
        <a:bodyPr/>
        <a:lstStyle/>
        <a:p>
          <a:endParaRPr lang="en-US"/>
        </a:p>
      </dgm:t>
    </dgm:pt>
    <dgm:pt modelId="{71BCFDA5-32CD-4B3C-84C4-7635FAAB7BB9}" type="sibTrans" cxnId="{4A72DB5F-5707-4846-B6F0-A20B61573F5C}">
      <dgm:prSet/>
      <dgm:spPr/>
      <dgm:t>
        <a:bodyPr/>
        <a:lstStyle/>
        <a:p>
          <a:endParaRPr lang="en-US"/>
        </a:p>
      </dgm:t>
    </dgm:pt>
    <dgm:pt modelId="{7CE1604D-DBE7-43B4-A88F-EDD23305F871}">
      <dgm:prSet/>
      <dgm:spPr/>
      <dgm:t>
        <a:bodyPr/>
        <a:lstStyle/>
        <a:p>
          <a:r>
            <a:rPr lang="en-US" b="1">
              <a:latin typeface="Calibri"/>
            </a:rPr>
            <a:t>Leon</a:t>
          </a:r>
          <a:r>
            <a:rPr lang="en-US" b="1"/>
            <a:t> </a:t>
          </a:r>
          <a:r>
            <a:rPr lang="en-US" b="1" err="1"/>
            <a:t>Wasiliew</a:t>
          </a:r>
          <a:r>
            <a:rPr lang="en-US"/>
            <a:t> – Frontend &amp; UX</a:t>
          </a:r>
        </a:p>
      </dgm:t>
    </dgm:pt>
    <dgm:pt modelId="{289020F1-C535-42EA-902F-5CFCE22F3B5D}" type="parTrans" cxnId="{97B77A84-F98B-4681-BB8D-C214EEC2C25B}">
      <dgm:prSet/>
      <dgm:spPr/>
      <dgm:t>
        <a:bodyPr/>
        <a:lstStyle/>
        <a:p>
          <a:endParaRPr lang="en-US"/>
        </a:p>
      </dgm:t>
    </dgm:pt>
    <dgm:pt modelId="{08CFD77F-04AB-46B2-BE9D-C487FA0C3689}" type="sibTrans" cxnId="{97B77A84-F98B-4681-BB8D-C214EEC2C25B}">
      <dgm:prSet/>
      <dgm:spPr/>
      <dgm:t>
        <a:bodyPr/>
        <a:lstStyle/>
        <a:p>
          <a:endParaRPr lang="en-US"/>
        </a:p>
      </dgm:t>
    </dgm:pt>
    <dgm:pt modelId="{702B3751-6DC2-4DE1-9271-74EB70F00A81}">
      <dgm:prSet/>
      <dgm:spPr/>
      <dgm:t>
        <a:bodyPr/>
        <a:lstStyle/>
        <a:p>
          <a:r>
            <a:rPr lang="en-US" b="1"/>
            <a:t>John Hay</a:t>
          </a:r>
          <a:r>
            <a:rPr lang="en-US"/>
            <a:t> – Scenario &amp; QA</a:t>
          </a:r>
        </a:p>
      </dgm:t>
    </dgm:pt>
    <dgm:pt modelId="{13D3DA10-F7F0-4F26-AC31-15A4DCE209EF}" type="parTrans" cxnId="{70B55708-C79C-4A9B-A05A-1C4643D4010E}">
      <dgm:prSet/>
      <dgm:spPr/>
      <dgm:t>
        <a:bodyPr/>
        <a:lstStyle/>
        <a:p>
          <a:endParaRPr lang="en-US"/>
        </a:p>
      </dgm:t>
    </dgm:pt>
    <dgm:pt modelId="{30379203-E87E-4DA4-AFBF-05F4316AD2BE}" type="sibTrans" cxnId="{70B55708-C79C-4A9B-A05A-1C4643D4010E}">
      <dgm:prSet/>
      <dgm:spPr/>
      <dgm:t>
        <a:bodyPr/>
        <a:lstStyle/>
        <a:p>
          <a:endParaRPr lang="en-US"/>
        </a:p>
      </dgm:t>
    </dgm:pt>
    <dgm:pt modelId="{D7D3D2EB-2ED8-44E9-84D6-38AA4400C2CF}">
      <dgm:prSet/>
      <dgm:spPr/>
      <dgm:t>
        <a:bodyPr/>
        <a:lstStyle/>
        <a:p>
          <a:r>
            <a:rPr lang="en-US" b="1"/>
            <a:t>Kael Payette</a:t>
          </a:r>
          <a:r>
            <a:rPr lang="en-US"/>
            <a:t> – PM &amp; Testing</a:t>
          </a:r>
        </a:p>
      </dgm:t>
    </dgm:pt>
    <dgm:pt modelId="{90079462-446A-4FBB-AA72-48B4C70B5D16}" type="parTrans" cxnId="{CA46E5E9-6BE6-4BF1-85DE-FEF738D5308D}">
      <dgm:prSet/>
      <dgm:spPr/>
      <dgm:t>
        <a:bodyPr/>
        <a:lstStyle/>
        <a:p>
          <a:endParaRPr lang="en-US"/>
        </a:p>
      </dgm:t>
    </dgm:pt>
    <dgm:pt modelId="{5CBC199F-100D-48E4-87FD-90DBAA34FAEA}" type="sibTrans" cxnId="{CA46E5E9-6BE6-4BF1-85DE-FEF738D5308D}">
      <dgm:prSet/>
      <dgm:spPr/>
      <dgm:t>
        <a:bodyPr/>
        <a:lstStyle/>
        <a:p>
          <a:endParaRPr lang="en-US"/>
        </a:p>
      </dgm:t>
    </dgm:pt>
    <dgm:pt modelId="{11B9171E-FE00-4C9F-A583-F5203B8E9CD6}" type="pres">
      <dgm:prSet presAssocID="{267DFEC9-97C2-40C7-895D-E53CD598FFD3}" presName="cycle" presStyleCnt="0">
        <dgm:presLayoutVars>
          <dgm:dir/>
          <dgm:resizeHandles val="exact"/>
        </dgm:presLayoutVars>
      </dgm:prSet>
      <dgm:spPr/>
    </dgm:pt>
    <dgm:pt modelId="{921E8183-9756-4090-BCFF-A896A79B9566}" type="pres">
      <dgm:prSet presAssocID="{3F9F8204-9E73-4C08-9705-2938D9808E50}" presName="dummy" presStyleCnt="0"/>
      <dgm:spPr/>
    </dgm:pt>
    <dgm:pt modelId="{84CCBA78-567E-4DF2-A433-78D8B54EE1EF}" type="pres">
      <dgm:prSet presAssocID="{3F9F8204-9E73-4C08-9705-2938D9808E50}" presName="node" presStyleLbl="revTx" presStyleIdx="0" presStyleCnt="4">
        <dgm:presLayoutVars>
          <dgm:bulletEnabled val="1"/>
        </dgm:presLayoutVars>
      </dgm:prSet>
      <dgm:spPr/>
    </dgm:pt>
    <dgm:pt modelId="{6CAB70B3-539E-41D8-A7D1-7CBDD71F5756}" type="pres">
      <dgm:prSet presAssocID="{71BCFDA5-32CD-4B3C-84C4-7635FAAB7BB9}" presName="sibTrans" presStyleLbl="node1" presStyleIdx="0" presStyleCnt="4"/>
      <dgm:spPr/>
    </dgm:pt>
    <dgm:pt modelId="{4FDD061C-B0BF-4224-9308-45DD33EDB9FE}" type="pres">
      <dgm:prSet presAssocID="{7CE1604D-DBE7-43B4-A88F-EDD23305F871}" presName="dummy" presStyleCnt="0"/>
      <dgm:spPr/>
    </dgm:pt>
    <dgm:pt modelId="{BD39D67A-DF1A-4543-A238-14F6CB1B05E9}" type="pres">
      <dgm:prSet presAssocID="{7CE1604D-DBE7-43B4-A88F-EDD23305F871}" presName="node" presStyleLbl="revTx" presStyleIdx="1" presStyleCnt="4">
        <dgm:presLayoutVars>
          <dgm:bulletEnabled val="1"/>
        </dgm:presLayoutVars>
      </dgm:prSet>
      <dgm:spPr/>
    </dgm:pt>
    <dgm:pt modelId="{15035AE9-3688-478C-93B8-C2195ABD19D5}" type="pres">
      <dgm:prSet presAssocID="{08CFD77F-04AB-46B2-BE9D-C487FA0C3689}" presName="sibTrans" presStyleLbl="node1" presStyleIdx="1" presStyleCnt="4"/>
      <dgm:spPr/>
    </dgm:pt>
    <dgm:pt modelId="{0C05DDF0-9D6D-41DD-92BD-2F5A201382DA}" type="pres">
      <dgm:prSet presAssocID="{702B3751-6DC2-4DE1-9271-74EB70F00A81}" presName="dummy" presStyleCnt="0"/>
      <dgm:spPr/>
    </dgm:pt>
    <dgm:pt modelId="{13DD4499-DB53-4C22-93A3-9B600B8F4055}" type="pres">
      <dgm:prSet presAssocID="{702B3751-6DC2-4DE1-9271-74EB70F00A81}" presName="node" presStyleLbl="revTx" presStyleIdx="2" presStyleCnt="4">
        <dgm:presLayoutVars>
          <dgm:bulletEnabled val="1"/>
        </dgm:presLayoutVars>
      </dgm:prSet>
      <dgm:spPr/>
    </dgm:pt>
    <dgm:pt modelId="{63E03F61-626F-4440-978F-7A5E442A7D73}" type="pres">
      <dgm:prSet presAssocID="{30379203-E87E-4DA4-AFBF-05F4316AD2BE}" presName="sibTrans" presStyleLbl="node1" presStyleIdx="2" presStyleCnt="4"/>
      <dgm:spPr/>
    </dgm:pt>
    <dgm:pt modelId="{C4DB0B0E-4383-4EDC-A256-81B4505D5F33}" type="pres">
      <dgm:prSet presAssocID="{D7D3D2EB-2ED8-44E9-84D6-38AA4400C2CF}" presName="dummy" presStyleCnt="0"/>
      <dgm:spPr/>
    </dgm:pt>
    <dgm:pt modelId="{5A35FC9F-75EB-4288-8FA0-B6CF35EF5BAF}" type="pres">
      <dgm:prSet presAssocID="{D7D3D2EB-2ED8-44E9-84D6-38AA4400C2CF}" presName="node" presStyleLbl="revTx" presStyleIdx="3" presStyleCnt="4">
        <dgm:presLayoutVars>
          <dgm:bulletEnabled val="1"/>
        </dgm:presLayoutVars>
      </dgm:prSet>
      <dgm:spPr/>
    </dgm:pt>
    <dgm:pt modelId="{94A92D2E-6FB0-43CC-8805-2545586D85E6}" type="pres">
      <dgm:prSet presAssocID="{5CBC199F-100D-48E4-87FD-90DBAA34FAEA}" presName="sibTrans" presStyleLbl="node1" presStyleIdx="3" presStyleCnt="4"/>
      <dgm:spPr/>
    </dgm:pt>
  </dgm:ptLst>
  <dgm:cxnLst>
    <dgm:cxn modelId="{70B55708-C79C-4A9B-A05A-1C4643D4010E}" srcId="{267DFEC9-97C2-40C7-895D-E53CD598FFD3}" destId="{702B3751-6DC2-4DE1-9271-74EB70F00A81}" srcOrd="2" destOrd="0" parTransId="{13D3DA10-F7F0-4F26-AC31-15A4DCE209EF}" sibTransId="{30379203-E87E-4DA4-AFBF-05F4316AD2BE}"/>
    <dgm:cxn modelId="{2D1A0E21-4AB8-482B-AF2C-3D18CC58F170}" type="presOf" srcId="{267DFEC9-97C2-40C7-895D-E53CD598FFD3}" destId="{11B9171E-FE00-4C9F-A583-F5203B8E9CD6}" srcOrd="0" destOrd="0" presId="urn:microsoft.com/office/officeart/2005/8/layout/cycle1"/>
    <dgm:cxn modelId="{5999895C-3BE8-466B-988B-C9B19118815B}" type="presOf" srcId="{30379203-E87E-4DA4-AFBF-05F4316AD2BE}" destId="{63E03F61-626F-4440-978F-7A5E442A7D73}" srcOrd="0" destOrd="0" presId="urn:microsoft.com/office/officeart/2005/8/layout/cycle1"/>
    <dgm:cxn modelId="{4A72DB5F-5707-4846-B6F0-A20B61573F5C}" srcId="{267DFEC9-97C2-40C7-895D-E53CD598FFD3}" destId="{3F9F8204-9E73-4C08-9705-2938D9808E50}" srcOrd="0" destOrd="0" parTransId="{B8159C48-985D-46C9-A1D7-5572AEF16262}" sibTransId="{71BCFDA5-32CD-4B3C-84C4-7635FAAB7BB9}"/>
    <dgm:cxn modelId="{7CE76C60-AFAB-4FA8-BFBA-BDE7A0035ABD}" type="presOf" srcId="{08CFD77F-04AB-46B2-BE9D-C487FA0C3689}" destId="{15035AE9-3688-478C-93B8-C2195ABD19D5}" srcOrd="0" destOrd="0" presId="urn:microsoft.com/office/officeart/2005/8/layout/cycle1"/>
    <dgm:cxn modelId="{E7CA2965-7188-482D-9F63-3828425F6CDB}" type="presOf" srcId="{3F9F8204-9E73-4C08-9705-2938D9808E50}" destId="{84CCBA78-567E-4DF2-A433-78D8B54EE1EF}" srcOrd="0" destOrd="0" presId="urn:microsoft.com/office/officeart/2005/8/layout/cycle1"/>
    <dgm:cxn modelId="{6D29C668-BE10-49AC-B9C4-87BD004C48CD}" type="presOf" srcId="{7CE1604D-DBE7-43B4-A88F-EDD23305F871}" destId="{BD39D67A-DF1A-4543-A238-14F6CB1B05E9}" srcOrd="0" destOrd="0" presId="urn:microsoft.com/office/officeart/2005/8/layout/cycle1"/>
    <dgm:cxn modelId="{A879F54D-6363-40F3-9206-62B333965C1D}" type="presOf" srcId="{702B3751-6DC2-4DE1-9271-74EB70F00A81}" destId="{13DD4499-DB53-4C22-93A3-9B600B8F4055}" srcOrd="0" destOrd="0" presId="urn:microsoft.com/office/officeart/2005/8/layout/cycle1"/>
    <dgm:cxn modelId="{9A48A852-5349-484F-A2EF-F9AC75FEC048}" type="presOf" srcId="{5CBC199F-100D-48E4-87FD-90DBAA34FAEA}" destId="{94A92D2E-6FB0-43CC-8805-2545586D85E6}" srcOrd="0" destOrd="0" presId="urn:microsoft.com/office/officeart/2005/8/layout/cycle1"/>
    <dgm:cxn modelId="{97B77A84-F98B-4681-BB8D-C214EEC2C25B}" srcId="{267DFEC9-97C2-40C7-895D-E53CD598FFD3}" destId="{7CE1604D-DBE7-43B4-A88F-EDD23305F871}" srcOrd="1" destOrd="0" parTransId="{289020F1-C535-42EA-902F-5CFCE22F3B5D}" sibTransId="{08CFD77F-04AB-46B2-BE9D-C487FA0C3689}"/>
    <dgm:cxn modelId="{04AF059D-902C-4FEF-AC50-C415B8F36FA6}" type="presOf" srcId="{71BCFDA5-32CD-4B3C-84C4-7635FAAB7BB9}" destId="{6CAB70B3-539E-41D8-A7D1-7CBDD71F5756}" srcOrd="0" destOrd="0" presId="urn:microsoft.com/office/officeart/2005/8/layout/cycle1"/>
    <dgm:cxn modelId="{69AA0CD5-AD83-4191-B0B4-E25C1930DD62}" type="presOf" srcId="{D7D3D2EB-2ED8-44E9-84D6-38AA4400C2CF}" destId="{5A35FC9F-75EB-4288-8FA0-B6CF35EF5BAF}" srcOrd="0" destOrd="0" presId="urn:microsoft.com/office/officeart/2005/8/layout/cycle1"/>
    <dgm:cxn modelId="{CA46E5E9-6BE6-4BF1-85DE-FEF738D5308D}" srcId="{267DFEC9-97C2-40C7-895D-E53CD598FFD3}" destId="{D7D3D2EB-2ED8-44E9-84D6-38AA4400C2CF}" srcOrd="3" destOrd="0" parTransId="{90079462-446A-4FBB-AA72-48B4C70B5D16}" sibTransId="{5CBC199F-100D-48E4-87FD-90DBAA34FAEA}"/>
    <dgm:cxn modelId="{B3D9DCF2-1CD4-4786-819F-7C0A7E895406}" type="presParOf" srcId="{11B9171E-FE00-4C9F-A583-F5203B8E9CD6}" destId="{921E8183-9756-4090-BCFF-A896A79B9566}" srcOrd="0" destOrd="0" presId="urn:microsoft.com/office/officeart/2005/8/layout/cycle1"/>
    <dgm:cxn modelId="{39CC29AC-C4EA-4137-A63C-54C292EBB1C5}" type="presParOf" srcId="{11B9171E-FE00-4C9F-A583-F5203B8E9CD6}" destId="{84CCBA78-567E-4DF2-A433-78D8B54EE1EF}" srcOrd="1" destOrd="0" presId="urn:microsoft.com/office/officeart/2005/8/layout/cycle1"/>
    <dgm:cxn modelId="{E2D7BCC7-DF5A-4704-A49C-770182DD65A5}" type="presParOf" srcId="{11B9171E-FE00-4C9F-A583-F5203B8E9CD6}" destId="{6CAB70B3-539E-41D8-A7D1-7CBDD71F5756}" srcOrd="2" destOrd="0" presId="urn:microsoft.com/office/officeart/2005/8/layout/cycle1"/>
    <dgm:cxn modelId="{9EA234DB-3C7E-40A5-B222-33ECD92B08E3}" type="presParOf" srcId="{11B9171E-FE00-4C9F-A583-F5203B8E9CD6}" destId="{4FDD061C-B0BF-4224-9308-45DD33EDB9FE}" srcOrd="3" destOrd="0" presId="urn:microsoft.com/office/officeart/2005/8/layout/cycle1"/>
    <dgm:cxn modelId="{62797BE5-5D50-4D3B-8629-7B04E9C006FC}" type="presParOf" srcId="{11B9171E-FE00-4C9F-A583-F5203B8E9CD6}" destId="{BD39D67A-DF1A-4543-A238-14F6CB1B05E9}" srcOrd="4" destOrd="0" presId="urn:microsoft.com/office/officeart/2005/8/layout/cycle1"/>
    <dgm:cxn modelId="{5D4E3AC4-D6FA-488C-89C4-E3E35CDF2FE8}" type="presParOf" srcId="{11B9171E-FE00-4C9F-A583-F5203B8E9CD6}" destId="{15035AE9-3688-478C-93B8-C2195ABD19D5}" srcOrd="5" destOrd="0" presId="urn:microsoft.com/office/officeart/2005/8/layout/cycle1"/>
    <dgm:cxn modelId="{A483A42C-E17E-4FB5-B41E-4EC49EB8DBC4}" type="presParOf" srcId="{11B9171E-FE00-4C9F-A583-F5203B8E9CD6}" destId="{0C05DDF0-9D6D-41DD-92BD-2F5A201382DA}" srcOrd="6" destOrd="0" presId="urn:microsoft.com/office/officeart/2005/8/layout/cycle1"/>
    <dgm:cxn modelId="{95C305FC-8ECF-41F9-AEFD-D3A4CDED1CDC}" type="presParOf" srcId="{11B9171E-FE00-4C9F-A583-F5203B8E9CD6}" destId="{13DD4499-DB53-4C22-93A3-9B600B8F4055}" srcOrd="7" destOrd="0" presId="urn:microsoft.com/office/officeart/2005/8/layout/cycle1"/>
    <dgm:cxn modelId="{43931DD9-76BD-42FB-8061-00B5D86AE61B}" type="presParOf" srcId="{11B9171E-FE00-4C9F-A583-F5203B8E9CD6}" destId="{63E03F61-626F-4440-978F-7A5E442A7D73}" srcOrd="8" destOrd="0" presId="urn:microsoft.com/office/officeart/2005/8/layout/cycle1"/>
    <dgm:cxn modelId="{7799689E-D850-4B6C-ABA1-7FBBC52E856B}" type="presParOf" srcId="{11B9171E-FE00-4C9F-A583-F5203B8E9CD6}" destId="{C4DB0B0E-4383-4EDC-A256-81B4505D5F33}" srcOrd="9" destOrd="0" presId="urn:microsoft.com/office/officeart/2005/8/layout/cycle1"/>
    <dgm:cxn modelId="{532A021A-1A79-4E7E-AB15-6BE266FDEA4C}" type="presParOf" srcId="{11B9171E-FE00-4C9F-A583-F5203B8E9CD6}" destId="{5A35FC9F-75EB-4288-8FA0-B6CF35EF5BAF}" srcOrd="10" destOrd="0" presId="urn:microsoft.com/office/officeart/2005/8/layout/cycle1"/>
    <dgm:cxn modelId="{CA0FE68F-B9C1-4080-812B-62663C44EFC2}" type="presParOf" srcId="{11B9171E-FE00-4C9F-A583-F5203B8E9CD6}" destId="{94A92D2E-6FB0-43CC-8805-2545586D85E6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0DE5AE-0A86-4CE5-9744-52C5ADCE4B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C530A0-508D-49E1-A9B4-595847E949D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600">
              <a:solidFill>
                <a:srgbClr val="FFFFFF"/>
              </a:solidFill>
              <a:ea typeface="+mn-ea"/>
              <a:cs typeface="+mn-cs"/>
            </a:rPr>
            <a:t>Real-time emergency incident simulator</a:t>
          </a:r>
        </a:p>
      </dgm:t>
    </dgm:pt>
    <dgm:pt modelId="{EEA48C27-027A-4940-93AE-A363D472756E}" type="parTrans" cxnId="{D266F342-9E75-404F-803E-9DD41F0E98CB}">
      <dgm:prSet/>
      <dgm:spPr/>
      <dgm:t>
        <a:bodyPr/>
        <a:lstStyle/>
        <a:p>
          <a:endParaRPr lang="en-US"/>
        </a:p>
      </dgm:t>
    </dgm:pt>
    <dgm:pt modelId="{EB87B32E-A720-4B87-8A6F-858FAD2B34B6}" type="sibTrans" cxnId="{D266F342-9E75-404F-803E-9DD41F0E98CB}">
      <dgm:prSet/>
      <dgm:spPr/>
      <dgm:t>
        <a:bodyPr/>
        <a:lstStyle/>
        <a:p>
          <a:endParaRPr lang="en-US"/>
        </a:p>
      </dgm:t>
    </dgm:pt>
    <dgm:pt modelId="{47A1396D-E2DF-4EC2-A293-0A85BD5CF79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600">
              <a:solidFill>
                <a:srgbClr val="FFFFFF"/>
              </a:solidFill>
              <a:latin typeface="Calibri"/>
              <a:ea typeface="+mn-ea"/>
              <a:cs typeface="+mn-cs"/>
            </a:rPr>
            <a:t>Four</a:t>
          </a:r>
          <a:r>
            <a:rPr lang="en-US" sz="360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3600">
              <a:solidFill>
                <a:srgbClr val="FFFFFF"/>
              </a:solidFill>
              <a:latin typeface="Calibri"/>
              <a:ea typeface="+mn-ea"/>
              <a:cs typeface="+mn-cs"/>
            </a:rPr>
            <a:t>fully developed scenario</a:t>
          </a:r>
          <a:r>
            <a:rPr lang="en-US" sz="3600">
              <a:solidFill>
                <a:srgbClr val="FFFFFF"/>
              </a:solidFill>
              <a:ea typeface="+mn-ea"/>
              <a:cs typeface="+mn-cs"/>
            </a:rPr>
            <a:t> types</a:t>
          </a:r>
        </a:p>
      </dgm:t>
    </dgm:pt>
    <dgm:pt modelId="{7EB7FDA3-12B9-4C6F-AAC6-E08A32D3B786}" type="parTrans" cxnId="{B62D3B28-42E8-4481-9874-3E19363538F5}">
      <dgm:prSet/>
      <dgm:spPr/>
      <dgm:t>
        <a:bodyPr/>
        <a:lstStyle/>
        <a:p>
          <a:endParaRPr lang="en-US"/>
        </a:p>
      </dgm:t>
    </dgm:pt>
    <dgm:pt modelId="{815638E2-4996-47EB-8EC2-9B07F2690EF2}" type="sibTrans" cxnId="{B62D3B28-42E8-4481-9874-3E19363538F5}">
      <dgm:prSet/>
      <dgm:spPr/>
      <dgm:t>
        <a:bodyPr/>
        <a:lstStyle/>
        <a:p>
          <a:endParaRPr lang="en-US"/>
        </a:p>
      </dgm:t>
    </dgm:pt>
    <dgm:pt modelId="{122196CB-A4AB-479C-AC2C-65BAFCA6CE8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600">
              <a:solidFill>
                <a:srgbClr val="FFFFFF"/>
              </a:solidFill>
              <a:ea typeface="+mn-ea"/>
              <a:cs typeface="+mn-cs"/>
            </a:rPr>
            <a:t>Instructor-led with trainee event log updates</a:t>
          </a:r>
        </a:p>
      </dgm:t>
    </dgm:pt>
    <dgm:pt modelId="{8D5360C8-4814-4127-927E-26565DADD124}" type="parTrans" cxnId="{236BFAF8-D1E7-4101-ABE1-020F00338295}">
      <dgm:prSet/>
      <dgm:spPr/>
      <dgm:t>
        <a:bodyPr/>
        <a:lstStyle/>
        <a:p>
          <a:endParaRPr lang="en-US"/>
        </a:p>
      </dgm:t>
    </dgm:pt>
    <dgm:pt modelId="{4B9A94AF-3897-4A10-8585-70D88FB23F66}" type="sibTrans" cxnId="{236BFAF8-D1E7-4101-ABE1-020F00338295}">
      <dgm:prSet/>
      <dgm:spPr/>
      <dgm:t>
        <a:bodyPr/>
        <a:lstStyle/>
        <a:p>
          <a:endParaRPr lang="en-US"/>
        </a:p>
      </dgm:t>
    </dgm:pt>
    <dgm:pt modelId="{9096BB05-C3B9-434B-9A8E-50DCD26B53C8}" type="pres">
      <dgm:prSet presAssocID="{810DE5AE-0A86-4CE5-9744-52C5ADCE4B9E}" presName="linear" presStyleCnt="0">
        <dgm:presLayoutVars>
          <dgm:animLvl val="lvl"/>
          <dgm:resizeHandles val="exact"/>
        </dgm:presLayoutVars>
      </dgm:prSet>
      <dgm:spPr/>
    </dgm:pt>
    <dgm:pt modelId="{7B7FEF3B-4A10-4D26-A3F1-74FCAC8A4EF3}" type="pres">
      <dgm:prSet presAssocID="{4BC530A0-508D-49E1-A9B4-595847E949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6E8358-CE62-4451-8FC5-3E84CA08612F}" type="pres">
      <dgm:prSet presAssocID="{EB87B32E-A720-4B87-8A6F-858FAD2B34B6}" presName="spacer" presStyleCnt="0"/>
      <dgm:spPr/>
    </dgm:pt>
    <dgm:pt modelId="{E16C1045-CEE9-43B9-A9DA-1CE480D06B5B}" type="pres">
      <dgm:prSet presAssocID="{47A1396D-E2DF-4EC2-A293-0A85BD5CF7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8B1F54-3BEB-4ECA-82BC-C6D58ECA83DE}" type="pres">
      <dgm:prSet presAssocID="{815638E2-4996-47EB-8EC2-9B07F2690EF2}" presName="spacer" presStyleCnt="0"/>
      <dgm:spPr/>
    </dgm:pt>
    <dgm:pt modelId="{7D0851C9-6544-4AB3-B8F1-E5EEA8C2C8B6}" type="pres">
      <dgm:prSet presAssocID="{122196CB-A4AB-479C-AC2C-65BAFCA6CE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D79030C-941E-4DF4-8500-A75C33248B20}" type="presOf" srcId="{122196CB-A4AB-479C-AC2C-65BAFCA6CE8A}" destId="{7D0851C9-6544-4AB3-B8F1-E5EEA8C2C8B6}" srcOrd="0" destOrd="0" presId="urn:microsoft.com/office/officeart/2005/8/layout/vList2"/>
    <dgm:cxn modelId="{B62D3B28-42E8-4481-9874-3E19363538F5}" srcId="{810DE5AE-0A86-4CE5-9744-52C5ADCE4B9E}" destId="{47A1396D-E2DF-4EC2-A293-0A85BD5CF79B}" srcOrd="1" destOrd="0" parTransId="{7EB7FDA3-12B9-4C6F-AAC6-E08A32D3B786}" sibTransId="{815638E2-4996-47EB-8EC2-9B07F2690EF2}"/>
    <dgm:cxn modelId="{89578B28-9758-499F-8820-86EEB3BF91EF}" type="presOf" srcId="{47A1396D-E2DF-4EC2-A293-0A85BD5CF79B}" destId="{E16C1045-CEE9-43B9-A9DA-1CE480D06B5B}" srcOrd="0" destOrd="0" presId="urn:microsoft.com/office/officeart/2005/8/layout/vList2"/>
    <dgm:cxn modelId="{D266F342-9E75-404F-803E-9DD41F0E98CB}" srcId="{810DE5AE-0A86-4CE5-9744-52C5ADCE4B9E}" destId="{4BC530A0-508D-49E1-A9B4-595847E949D6}" srcOrd="0" destOrd="0" parTransId="{EEA48C27-027A-4940-93AE-A363D472756E}" sibTransId="{EB87B32E-A720-4B87-8A6F-858FAD2B34B6}"/>
    <dgm:cxn modelId="{B9F00858-C613-4E84-98C4-851D8E9C5D8F}" type="presOf" srcId="{810DE5AE-0A86-4CE5-9744-52C5ADCE4B9E}" destId="{9096BB05-C3B9-434B-9A8E-50DCD26B53C8}" srcOrd="0" destOrd="0" presId="urn:microsoft.com/office/officeart/2005/8/layout/vList2"/>
    <dgm:cxn modelId="{6B14D378-48D6-49FF-8128-2BAA8B901E33}" type="presOf" srcId="{4BC530A0-508D-49E1-A9B4-595847E949D6}" destId="{7B7FEF3B-4A10-4D26-A3F1-74FCAC8A4EF3}" srcOrd="0" destOrd="0" presId="urn:microsoft.com/office/officeart/2005/8/layout/vList2"/>
    <dgm:cxn modelId="{236BFAF8-D1E7-4101-ABE1-020F00338295}" srcId="{810DE5AE-0A86-4CE5-9744-52C5ADCE4B9E}" destId="{122196CB-A4AB-479C-AC2C-65BAFCA6CE8A}" srcOrd="2" destOrd="0" parTransId="{8D5360C8-4814-4127-927E-26565DADD124}" sibTransId="{4B9A94AF-3897-4A10-8585-70D88FB23F66}"/>
    <dgm:cxn modelId="{3A394D63-931F-4162-B636-B7310D9E717B}" type="presParOf" srcId="{9096BB05-C3B9-434B-9A8E-50DCD26B53C8}" destId="{7B7FEF3B-4A10-4D26-A3F1-74FCAC8A4EF3}" srcOrd="0" destOrd="0" presId="urn:microsoft.com/office/officeart/2005/8/layout/vList2"/>
    <dgm:cxn modelId="{1D63A867-55EF-4D51-8463-78E9E30BE1C1}" type="presParOf" srcId="{9096BB05-C3B9-434B-9A8E-50DCD26B53C8}" destId="{F66E8358-CE62-4451-8FC5-3E84CA08612F}" srcOrd="1" destOrd="0" presId="urn:microsoft.com/office/officeart/2005/8/layout/vList2"/>
    <dgm:cxn modelId="{57D43671-2F98-45D3-9F0C-61009E6F7EC9}" type="presParOf" srcId="{9096BB05-C3B9-434B-9A8E-50DCD26B53C8}" destId="{E16C1045-CEE9-43B9-A9DA-1CE480D06B5B}" srcOrd="2" destOrd="0" presId="urn:microsoft.com/office/officeart/2005/8/layout/vList2"/>
    <dgm:cxn modelId="{B4CFC712-1B65-4A89-8C20-6BF5A81AFF10}" type="presParOf" srcId="{9096BB05-C3B9-434B-9A8E-50DCD26B53C8}" destId="{448B1F54-3BEB-4ECA-82BC-C6D58ECA83DE}" srcOrd="3" destOrd="0" presId="urn:microsoft.com/office/officeart/2005/8/layout/vList2"/>
    <dgm:cxn modelId="{143875D9-598E-45A0-9B9A-31C4F69830A5}" type="presParOf" srcId="{9096BB05-C3B9-434B-9A8E-50DCD26B53C8}" destId="{7D0851C9-6544-4AB3-B8F1-E5EEA8C2C8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E0D538-EDB7-45FB-B3B9-CB6A2CAD74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140E608-84E8-4940-805E-8EBAB8135F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Real-time drift</a:t>
          </a:r>
        </a:p>
      </dgm:t>
    </dgm:pt>
    <dgm:pt modelId="{9131354B-F57E-4800-B0D2-BF19BEF1C359}" type="parTrans" cxnId="{FC7FAB64-6705-4ABA-B849-457678294FFF}">
      <dgm:prSet/>
      <dgm:spPr/>
      <dgm:t>
        <a:bodyPr/>
        <a:lstStyle/>
        <a:p>
          <a:endParaRPr lang="en-US"/>
        </a:p>
      </dgm:t>
    </dgm:pt>
    <dgm:pt modelId="{5D479F92-36DE-4C9B-9D6D-6B179490F3CB}" type="sibTrans" cxnId="{FC7FAB64-6705-4ABA-B849-457678294FFF}">
      <dgm:prSet/>
      <dgm:spPr/>
      <dgm:t>
        <a:bodyPr/>
        <a:lstStyle/>
        <a:p>
          <a:endParaRPr lang="en-US"/>
        </a:p>
      </dgm:t>
    </dgm:pt>
    <dgm:pt modelId="{2AA20422-4A8B-4538-969B-5AD61089DA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Scope creep</a:t>
          </a:r>
        </a:p>
      </dgm:t>
    </dgm:pt>
    <dgm:pt modelId="{43D368ED-6406-4E90-9AE9-1F00CD78778C}" type="parTrans" cxnId="{91D891B3-3353-4C92-8CA6-B49877CCDBD3}">
      <dgm:prSet/>
      <dgm:spPr/>
      <dgm:t>
        <a:bodyPr/>
        <a:lstStyle/>
        <a:p>
          <a:endParaRPr lang="en-US"/>
        </a:p>
      </dgm:t>
    </dgm:pt>
    <dgm:pt modelId="{087EB446-CAFE-4908-96C5-1889F23F5DAF}" type="sibTrans" cxnId="{91D891B3-3353-4C92-8CA6-B49877CCDBD3}">
      <dgm:prSet/>
      <dgm:spPr/>
      <dgm:t>
        <a:bodyPr/>
        <a:lstStyle/>
        <a:p>
          <a:endParaRPr lang="en-US"/>
        </a:p>
      </dgm:t>
    </dgm:pt>
    <dgm:pt modelId="{223BB0DB-FC02-46F2-BABE-D81538CD0F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Dependency conflicts</a:t>
          </a:r>
        </a:p>
      </dgm:t>
    </dgm:pt>
    <dgm:pt modelId="{8A381EAF-76DA-40DF-BBC0-DF561082D144}" type="parTrans" cxnId="{F5EE60EB-57CE-4C5F-81F5-7A1BCF8B12F1}">
      <dgm:prSet/>
      <dgm:spPr/>
      <dgm:t>
        <a:bodyPr/>
        <a:lstStyle/>
        <a:p>
          <a:endParaRPr lang="en-US"/>
        </a:p>
      </dgm:t>
    </dgm:pt>
    <dgm:pt modelId="{F973D5A7-3FD5-494B-BE5C-FC1D1B6290DB}" type="sibTrans" cxnId="{F5EE60EB-57CE-4C5F-81F5-7A1BCF8B12F1}">
      <dgm:prSet/>
      <dgm:spPr/>
      <dgm:t>
        <a:bodyPr/>
        <a:lstStyle/>
        <a:p>
          <a:endParaRPr lang="en-US"/>
        </a:p>
      </dgm:t>
    </dgm:pt>
    <dgm:pt modelId="{B7E8BB93-CD37-4A91-91AE-E2C2AA510550}" type="pres">
      <dgm:prSet presAssocID="{81E0D538-EDB7-45FB-B3B9-CB6A2CAD74AE}" presName="root" presStyleCnt="0">
        <dgm:presLayoutVars>
          <dgm:dir/>
          <dgm:resizeHandles val="exact"/>
        </dgm:presLayoutVars>
      </dgm:prSet>
      <dgm:spPr/>
    </dgm:pt>
    <dgm:pt modelId="{4CEE9459-DDDE-411A-A70D-5B65AAF18118}" type="pres">
      <dgm:prSet presAssocID="{0140E608-84E8-4940-805E-8EBAB8135FB2}" presName="compNode" presStyleCnt="0"/>
      <dgm:spPr/>
    </dgm:pt>
    <dgm:pt modelId="{84EFE522-1C90-4E3B-BB55-6EB5A3867829}" type="pres">
      <dgm:prSet presAssocID="{0140E608-84E8-4940-805E-8EBAB8135FB2}" presName="iconBgRect" presStyleLbl="bgShp" presStyleIdx="0" presStyleCnt="3"/>
      <dgm:spPr/>
    </dgm:pt>
    <dgm:pt modelId="{98ACF91D-9151-45EB-9AED-7870D7807C9D}" type="pres">
      <dgm:prSet presAssocID="{0140E608-84E8-4940-805E-8EBAB8135F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3BC616C-0B14-4252-A5D1-0C8E739D6C5C}" type="pres">
      <dgm:prSet presAssocID="{0140E608-84E8-4940-805E-8EBAB8135FB2}" presName="spaceRect" presStyleCnt="0"/>
      <dgm:spPr/>
    </dgm:pt>
    <dgm:pt modelId="{C747E7C7-3A1C-4103-9725-704B2D74B05D}" type="pres">
      <dgm:prSet presAssocID="{0140E608-84E8-4940-805E-8EBAB8135FB2}" presName="textRect" presStyleLbl="revTx" presStyleIdx="0" presStyleCnt="3">
        <dgm:presLayoutVars>
          <dgm:chMax val="1"/>
          <dgm:chPref val="1"/>
        </dgm:presLayoutVars>
      </dgm:prSet>
      <dgm:spPr/>
    </dgm:pt>
    <dgm:pt modelId="{15F310D0-326E-4855-B5A7-38876FAA7D3E}" type="pres">
      <dgm:prSet presAssocID="{5D479F92-36DE-4C9B-9D6D-6B179490F3CB}" presName="sibTrans" presStyleCnt="0"/>
      <dgm:spPr/>
    </dgm:pt>
    <dgm:pt modelId="{771CFA23-11A5-4CD7-ABFA-FFBF983467FE}" type="pres">
      <dgm:prSet presAssocID="{2AA20422-4A8B-4538-969B-5AD61089DA20}" presName="compNode" presStyleCnt="0"/>
      <dgm:spPr/>
    </dgm:pt>
    <dgm:pt modelId="{7CC2A990-5E23-4B3D-90C1-E96BD4EAD78E}" type="pres">
      <dgm:prSet presAssocID="{2AA20422-4A8B-4538-969B-5AD61089DA20}" presName="iconBgRect" presStyleLbl="bgShp" presStyleIdx="1" presStyleCnt="3"/>
      <dgm:spPr/>
    </dgm:pt>
    <dgm:pt modelId="{3F19AB87-CE5F-4E71-B230-5FC92696473C}" type="pres">
      <dgm:prSet presAssocID="{2AA20422-4A8B-4538-969B-5AD61089DA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70AC32D-F9CD-4245-9412-E34A5671963A}" type="pres">
      <dgm:prSet presAssocID="{2AA20422-4A8B-4538-969B-5AD61089DA20}" presName="spaceRect" presStyleCnt="0"/>
      <dgm:spPr/>
    </dgm:pt>
    <dgm:pt modelId="{BF45867D-6149-48BC-BEE5-ADE051BBFF11}" type="pres">
      <dgm:prSet presAssocID="{2AA20422-4A8B-4538-969B-5AD61089DA20}" presName="textRect" presStyleLbl="revTx" presStyleIdx="1" presStyleCnt="3">
        <dgm:presLayoutVars>
          <dgm:chMax val="1"/>
          <dgm:chPref val="1"/>
        </dgm:presLayoutVars>
      </dgm:prSet>
      <dgm:spPr/>
    </dgm:pt>
    <dgm:pt modelId="{57AEE828-0E4F-4089-B766-80AB654556EE}" type="pres">
      <dgm:prSet presAssocID="{087EB446-CAFE-4908-96C5-1889F23F5DAF}" presName="sibTrans" presStyleCnt="0"/>
      <dgm:spPr/>
    </dgm:pt>
    <dgm:pt modelId="{1C739E36-A4A1-4493-AB7F-F830989EC162}" type="pres">
      <dgm:prSet presAssocID="{223BB0DB-FC02-46F2-BABE-D81538CD0FB2}" presName="compNode" presStyleCnt="0"/>
      <dgm:spPr/>
    </dgm:pt>
    <dgm:pt modelId="{DD53BD08-9E74-480F-9471-37B9763BDFD4}" type="pres">
      <dgm:prSet presAssocID="{223BB0DB-FC02-46F2-BABE-D81538CD0FB2}" presName="iconBgRect" presStyleLbl="bgShp" presStyleIdx="2" presStyleCnt="3"/>
      <dgm:spPr/>
    </dgm:pt>
    <dgm:pt modelId="{DB3219AF-92AE-4161-AF88-962D5A6C60D5}" type="pres">
      <dgm:prSet presAssocID="{223BB0DB-FC02-46F2-BABE-D81538CD0F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0DD8D8E-3426-40F5-A0FC-D8A8F626F844}" type="pres">
      <dgm:prSet presAssocID="{223BB0DB-FC02-46F2-BABE-D81538CD0FB2}" presName="spaceRect" presStyleCnt="0"/>
      <dgm:spPr/>
    </dgm:pt>
    <dgm:pt modelId="{0BE60A42-C835-4D77-AD0B-EA156F40F6EF}" type="pres">
      <dgm:prSet presAssocID="{223BB0DB-FC02-46F2-BABE-D81538CD0F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C7FAB64-6705-4ABA-B849-457678294FFF}" srcId="{81E0D538-EDB7-45FB-B3B9-CB6A2CAD74AE}" destId="{0140E608-84E8-4940-805E-8EBAB8135FB2}" srcOrd="0" destOrd="0" parTransId="{9131354B-F57E-4800-B0D2-BF19BEF1C359}" sibTransId="{5D479F92-36DE-4C9B-9D6D-6B179490F3CB}"/>
    <dgm:cxn modelId="{1575044F-0D95-4D1B-9494-130F4CBA128D}" type="presOf" srcId="{0140E608-84E8-4940-805E-8EBAB8135FB2}" destId="{C747E7C7-3A1C-4103-9725-704B2D74B05D}" srcOrd="0" destOrd="0" presId="urn:microsoft.com/office/officeart/2018/5/layout/IconCircleLabelList"/>
    <dgm:cxn modelId="{21D6C38E-28DA-43CC-A79D-41231AE7C0DD}" type="presOf" srcId="{81E0D538-EDB7-45FB-B3B9-CB6A2CAD74AE}" destId="{B7E8BB93-CD37-4A91-91AE-E2C2AA510550}" srcOrd="0" destOrd="0" presId="urn:microsoft.com/office/officeart/2018/5/layout/IconCircleLabelList"/>
    <dgm:cxn modelId="{6CF90394-2E54-4DA9-8515-FCA767223557}" type="presOf" srcId="{2AA20422-4A8B-4538-969B-5AD61089DA20}" destId="{BF45867D-6149-48BC-BEE5-ADE051BBFF11}" srcOrd="0" destOrd="0" presId="urn:microsoft.com/office/officeart/2018/5/layout/IconCircleLabelList"/>
    <dgm:cxn modelId="{6441D6AE-4060-44BD-BD2D-0AC4056E7751}" type="presOf" srcId="{223BB0DB-FC02-46F2-BABE-D81538CD0FB2}" destId="{0BE60A42-C835-4D77-AD0B-EA156F40F6EF}" srcOrd="0" destOrd="0" presId="urn:microsoft.com/office/officeart/2018/5/layout/IconCircleLabelList"/>
    <dgm:cxn modelId="{91D891B3-3353-4C92-8CA6-B49877CCDBD3}" srcId="{81E0D538-EDB7-45FB-B3B9-CB6A2CAD74AE}" destId="{2AA20422-4A8B-4538-969B-5AD61089DA20}" srcOrd="1" destOrd="0" parTransId="{43D368ED-6406-4E90-9AE9-1F00CD78778C}" sibTransId="{087EB446-CAFE-4908-96C5-1889F23F5DAF}"/>
    <dgm:cxn modelId="{F5EE60EB-57CE-4C5F-81F5-7A1BCF8B12F1}" srcId="{81E0D538-EDB7-45FB-B3B9-CB6A2CAD74AE}" destId="{223BB0DB-FC02-46F2-BABE-D81538CD0FB2}" srcOrd="2" destOrd="0" parTransId="{8A381EAF-76DA-40DF-BBC0-DF561082D144}" sibTransId="{F973D5A7-3FD5-494B-BE5C-FC1D1B6290DB}"/>
    <dgm:cxn modelId="{061C60FB-0D47-4210-A2FF-C7C87FB3F351}" type="presParOf" srcId="{B7E8BB93-CD37-4A91-91AE-E2C2AA510550}" destId="{4CEE9459-DDDE-411A-A70D-5B65AAF18118}" srcOrd="0" destOrd="0" presId="urn:microsoft.com/office/officeart/2018/5/layout/IconCircleLabelList"/>
    <dgm:cxn modelId="{F4C8FF2C-88C4-4430-B880-8929C8AFE36C}" type="presParOf" srcId="{4CEE9459-DDDE-411A-A70D-5B65AAF18118}" destId="{84EFE522-1C90-4E3B-BB55-6EB5A3867829}" srcOrd="0" destOrd="0" presId="urn:microsoft.com/office/officeart/2018/5/layout/IconCircleLabelList"/>
    <dgm:cxn modelId="{3D427271-2CFB-47D4-8C13-C194E0607D59}" type="presParOf" srcId="{4CEE9459-DDDE-411A-A70D-5B65AAF18118}" destId="{98ACF91D-9151-45EB-9AED-7870D7807C9D}" srcOrd="1" destOrd="0" presId="urn:microsoft.com/office/officeart/2018/5/layout/IconCircleLabelList"/>
    <dgm:cxn modelId="{AAD70D8E-933B-4CE3-B568-6F22FD1E44B3}" type="presParOf" srcId="{4CEE9459-DDDE-411A-A70D-5B65AAF18118}" destId="{F3BC616C-0B14-4252-A5D1-0C8E739D6C5C}" srcOrd="2" destOrd="0" presId="urn:microsoft.com/office/officeart/2018/5/layout/IconCircleLabelList"/>
    <dgm:cxn modelId="{3085F28B-2D9D-4792-BBC1-C071824C3FDE}" type="presParOf" srcId="{4CEE9459-DDDE-411A-A70D-5B65AAF18118}" destId="{C747E7C7-3A1C-4103-9725-704B2D74B05D}" srcOrd="3" destOrd="0" presId="urn:microsoft.com/office/officeart/2018/5/layout/IconCircleLabelList"/>
    <dgm:cxn modelId="{12F9CBA3-80E2-4438-A720-9C7542B6ACAA}" type="presParOf" srcId="{B7E8BB93-CD37-4A91-91AE-E2C2AA510550}" destId="{15F310D0-326E-4855-B5A7-38876FAA7D3E}" srcOrd="1" destOrd="0" presId="urn:microsoft.com/office/officeart/2018/5/layout/IconCircleLabelList"/>
    <dgm:cxn modelId="{140E739D-764B-4360-8030-23A2F32380D9}" type="presParOf" srcId="{B7E8BB93-CD37-4A91-91AE-E2C2AA510550}" destId="{771CFA23-11A5-4CD7-ABFA-FFBF983467FE}" srcOrd="2" destOrd="0" presId="urn:microsoft.com/office/officeart/2018/5/layout/IconCircleLabelList"/>
    <dgm:cxn modelId="{8364251F-0005-4255-8375-C7E37B1EC940}" type="presParOf" srcId="{771CFA23-11A5-4CD7-ABFA-FFBF983467FE}" destId="{7CC2A990-5E23-4B3D-90C1-E96BD4EAD78E}" srcOrd="0" destOrd="0" presId="urn:microsoft.com/office/officeart/2018/5/layout/IconCircleLabelList"/>
    <dgm:cxn modelId="{9D3207C1-2010-40E3-9BF0-D9ED8B234F36}" type="presParOf" srcId="{771CFA23-11A5-4CD7-ABFA-FFBF983467FE}" destId="{3F19AB87-CE5F-4E71-B230-5FC92696473C}" srcOrd="1" destOrd="0" presId="urn:microsoft.com/office/officeart/2018/5/layout/IconCircleLabelList"/>
    <dgm:cxn modelId="{2C98B42C-6ABB-467F-837A-2986A1FFCF81}" type="presParOf" srcId="{771CFA23-11A5-4CD7-ABFA-FFBF983467FE}" destId="{470AC32D-F9CD-4245-9412-E34A5671963A}" srcOrd="2" destOrd="0" presId="urn:microsoft.com/office/officeart/2018/5/layout/IconCircleLabelList"/>
    <dgm:cxn modelId="{B8BEA753-C74F-4B93-8962-0602847DBE24}" type="presParOf" srcId="{771CFA23-11A5-4CD7-ABFA-FFBF983467FE}" destId="{BF45867D-6149-48BC-BEE5-ADE051BBFF11}" srcOrd="3" destOrd="0" presId="urn:microsoft.com/office/officeart/2018/5/layout/IconCircleLabelList"/>
    <dgm:cxn modelId="{2B38AEF0-38B5-4EBC-ACE4-C55CEF2C35ED}" type="presParOf" srcId="{B7E8BB93-CD37-4A91-91AE-E2C2AA510550}" destId="{57AEE828-0E4F-4089-B766-80AB654556EE}" srcOrd="3" destOrd="0" presId="urn:microsoft.com/office/officeart/2018/5/layout/IconCircleLabelList"/>
    <dgm:cxn modelId="{68F3479B-DDC6-4B27-9E7D-5EA7FDC67F31}" type="presParOf" srcId="{B7E8BB93-CD37-4A91-91AE-E2C2AA510550}" destId="{1C739E36-A4A1-4493-AB7F-F830989EC162}" srcOrd="4" destOrd="0" presId="urn:microsoft.com/office/officeart/2018/5/layout/IconCircleLabelList"/>
    <dgm:cxn modelId="{12208F9F-664C-4308-BEED-A25EDB51B06B}" type="presParOf" srcId="{1C739E36-A4A1-4493-AB7F-F830989EC162}" destId="{DD53BD08-9E74-480F-9471-37B9763BDFD4}" srcOrd="0" destOrd="0" presId="urn:microsoft.com/office/officeart/2018/5/layout/IconCircleLabelList"/>
    <dgm:cxn modelId="{9A8F6416-46A5-4C9E-9D45-A82172679D2C}" type="presParOf" srcId="{1C739E36-A4A1-4493-AB7F-F830989EC162}" destId="{DB3219AF-92AE-4161-AF88-962D5A6C60D5}" srcOrd="1" destOrd="0" presId="urn:microsoft.com/office/officeart/2018/5/layout/IconCircleLabelList"/>
    <dgm:cxn modelId="{D68122AB-3297-42D3-A6DF-A3E184127119}" type="presParOf" srcId="{1C739E36-A4A1-4493-AB7F-F830989EC162}" destId="{20DD8D8E-3426-40F5-A0FC-D8A8F626F844}" srcOrd="2" destOrd="0" presId="urn:microsoft.com/office/officeart/2018/5/layout/IconCircleLabelList"/>
    <dgm:cxn modelId="{50E0CC7E-09B6-4192-B879-6C40C4D364CE}" type="presParOf" srcId="{1C739E36-A4A1-4493-AB7F-F830989EC162}" destId="{0BE60A42-C835-4D77-AD0B-EA156F40F6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7E5784-F183-4D85-B892-15B498C2CA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652724-B7D1-4E87-A415-A2595F44FFA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</a:t>
          </a:r>
          <a:r>
            <a:rPr lang="en-US" sz="150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5</a:t>
          </a:r>
          <a:r>
            <a:rPr lang="en-US" sz="1500">
              <a:solidFill>
                <a:srgbClr val="FFFFFF"/>
              </a:solidFill>
              <a:ea typeface="+mn-ea"/>
              <a:cs typeface="+mn-cs"/>
            </a:rPr>
            <a:t>: </a:t>
          </a: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DB Design, UI Design, Scenario Research &amp; Scripting</a:t>
          </a:r>
          <a:endParaRPr lang="en-US" sz="1500">
            <a:solidFill>
              <a:srgbClr val="FFFFFF"/>
            </a:solidFill>
            <a:ea typeface="+mn-ea"/>
            <a:cs typeface="+mn-cs"/>
          </a:endParaRPr>
        </a:p>
      </dgm:t>
    </dgm:pt>
    <dgm:pt modelId="{0CE747EC-2B53-4A80-B8BF-E43E92AE78F4}" type="parTrans" cxnId="{DCC4B43B-EF38-499C-80FF-52B0B5403CE3}">
      <dgm:prSet/>
      <dgm:spPr/>
      <dgm:t>
        <a:bodyPr/>
        <a:lstStyle/>
        <a:p>
          <a:endParaRPr lang="en-US"/>
        </a:p>
      </dgm:t>
    </dgm:pt>
    <dgm:pt modelId="{0E09BFA6-DF16-41F0-89E6-403B8DC2C237}" type="sibTrans" cxnId="{DCC4B43B-EF38-499C-80FF-52B0B5403CE3}">
      <dgm:prSet/>
      <dgm:spPr/>
      <dgm:t>
        <a:bodyPr/>
        <a:lstStyle/>
        <a:p>
          <a:endParaRPr lang="en-US"/>
        </a:p>
      </dgm:t>
    </dgm:pt>
    <dgm:pt modelId="{FC5AE016-A25E-4F4B-BC06-AF1AA14AE69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6: Backend &amp; Frontend Implementation – S1</a:t>
          </a:r>
        </a:p>
      </dgm:t>
    </dgm:pt>
    <dgm:pt modelId="{FCEB8DDA-4120-404F-92E0-C774D156C1C7}" type="parTrans" cxnId="{67FC330E-67F1-49C7-AB83-CA81E72DD2C1}">
      <dgm:prSet/>
      <dgm:spPr/>
    </dgm:pt>
    <dgm:pt modelId="{2B71A97C-B7F6-4FB7-8C44-B7891F45DE92}" type="sibTrans" cxnId="{67FC330E-67F1-49C7-AB83-CA81E72DD2C1}">
      <dgm:prSet/>
      <dgm:spPr/>
    </dgm:pt>
    <dgm:pt modelId="{8973AB50-385A-43BB-B0EE-14ABAB05ABC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7: Testing &amp; Changes – S1</a:t>
          </a:r>
        </a:p>
      </dgm:t>
    </dgm:pt>
    <dgm:pt modelId="{B524FFBC-003C-48CC-961C-34EA65175B24}" type="parTrans" cxnId="{7A407672-AA41-4F3A-9927-11AFF31C6F7D}">
      <dgm:prSet/>
      <dgm:spPr/>
    </dgm:pt>
    <dgm:pt modelId="{78A22956-E7A0-428F-809B-FB19D020BDAB}" type="sibTrans" cxnId="{7A407672-AA41-4F3A-9927-11AFF31C6F7D}">
      <dgm:prSet/>
      <dgm:spPr/>
    </dgm:pt>
    <dgm:pt modelId="{E908AEB1-50A0-4BB9-970E-403E18ADDC6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8: Backend &amp; Frontend Implementation – S2</a:t>
          </a:r>
        </a:p>
      </dgm:t>
    </dgm:pt>
    <dgm:pt modelId="{3EC183E0-132D-4279-B096-02F5C7AA67B3}" type="parTrans" cxnId="{42BE184C-C299-41C9-A0DF-320C2F549C6C}">
      <dgm:prSet/>
      <dgm:spPr/>
    </dgm:pt>
    <dgm:pt modelId="{D4164371-9652-4337-998B-4164083908E4}" type="sibTrans" cxnId="{42BE184C-C299-41C9-A0DF-320C2F549C6C}">
      <dgm:prSet/>
      <dgm:spPr/>
    </dgm:pt>
    <dgm:pt modelId="{3437D773-4D21-4524-8F4B-6E7F1DA7A02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9: Testing &amp; Changes – S2</a:t>
          </a:r>
        </a:p>
      </dgm:t>
    </dgm:pt>
    <dgm:pt modelId="{21C14835-7D67-4AC3-B76C-71131E680F4B}" type="parTrans" cxnId="{1832DAF3-3CCC-4CD3-A291-9B68058C7789}">
      <dgm:prSet/>
      <dgm:spPr/>
    </dgm:pt>
    <dgm:pt modelId="{10DE57C5-BBE4-4E93-9365-890EBD729687}" type="sibTrans" cxnId="{1832DAF3-3CCC-4CD3-A291-9B68058C7789}">
      <dgm:prSet/>
      <dgm:spPr/>
    </dgm:pt>
    <dgm:pt modelId="{B044409B-0757-44EA-98B0-40BC77C4BE4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10: Backend &amp; Frontend Implementation – S3</a:t>
          </a:r>
        </a:p>
      </dgm:t>
    </dgm:pt>
    <dgm:pt modelId="{2715EF07-CEE8-4397-9014-EB7A2850BFA3}" type="parTrans" cxnId="{819D1EA5-F946-47F1-A637-A27083CA6A1B}">
      <dgm:prSet/>
      <dgm:spPr/>
    </dgm:pt>
    <dgm:pt modelId="{B38B46C8-866B-4678-9FE9-B8309A63E8E7}" type="sibTrans" cxnId="{819D1EA5-F946-47F1-A637-A27083CA6A1B}">
      <dgm:prSet/>
      <dgm:spPr/>
    </dgm:pt>
    <dgm:pt modelId="{5F959C3E-A983-40FB-BDD3-D8C04CFA0281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11: Testing &amp; Changes – S3</a:t>
          </a:r>
        </a:p>
      </dgm:t>
    </dgm:pt>
    <dgm:pt modelId="{8A5847CC-0A6D-4B47-9030-712FE6FA61ED}" type="parTrans" cxnId="{6837A254-E82A-47C3-96F8-B23F0A24D52C}">
      <dgm:prSet/>
      <dgm:spPr/>
    </dgm:pt>
    <dgm:pt modelId="{574303F0-B9BF-47E5-9A20-517F84292E7E}" type="sibTrans" cxnId="{6837A254-E82A-47C3-96F8-B23F0A24D52C}">
      <dgm:prSet/>
      <dgm:spPr/>
    </dgm:pt>
    <dgm:pt modelId="{C7EAA263-98AD-4829-B167-1601F100BB5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12: Backend &amp; Frontend Implementation – S4</a:t>
          </a:r>
        </a:p>
      </dgm:t>
    </dgm:pt>
    <dgm:pt modelId="{AB43B3CF-1C4D-40EC-9BEA-B6C49A51CC2E}" type="parTrans" cxnId="{79FD69A1-0D01-4D93-8CA0-4558D2DFAB17}">
      <dgm:prSet/>
      <dgm:spPr/>
    </dgm:pt>
    <dgm:pt modelId="{089EAD46-FFDA-4310-9B80-1A7B1C79FB05}" type="sibTrans" cxnId="{79FD69A1-0D01-4D93-8CA0-4558D2DFAB17}">
      <dgm:prSet/>
      <dgm:spPr/>
    </dgm:pt>
    <dgm:pt modelId="{2B5551A7-AFED-4636-8B47-ED5F7C2756E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13: Testing &amp; Changes – S4</a:t>
          </a:r>
          <a:endParaRPr lang="en-US" sz="1500">
            <a:solidFill>
              <a:srgbClr val="FFFFFF"/>
            </a:solidFill>
            <a:ea typeface="+mn-ea"/>
            <a:cs typeface="+mn-cs"/>
          </a:endParaRPr>
        </a:p>
      </dgm:t>
    </dgm:pt>
    <dgm:pt modelId="{77181A92-A526-421A-93B6-40567BB06502}" type="parTrans" cxnId="{FC39D952-BF1F-4CE5-B89D-1B8250450CCE}">
      <dgm:prSet/>
      <dgm:spPr/>
    </dgm:pt>
    <dgm:pt modelId="{DEB6709B-F3F4-4026-88F9-6BCD8C924200}" type="sibTrans" cxnId="{FC39D952-BF1F-4CE5-B89D-1B8250450CCE}">
      <dgm:prSet/>
      <dgm:spPr/>
    </dgm:pt>
    <dgm:pt modelId="{C31C1BA3-09F6-4D44-942B-473162F017B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14: Final Testing &amp; Project Summarization</a:t>
          </a:r>
        </a:p>
      </dgm:t>
    </dgm:pt>
    <dgm:pt modelId="{59D08775-C5B4-4563-9EB7-EEA635A3549B}" type="parTrans" cxnId="{111C22D8-483E-4DD5-969C-9F4DC4AFE59A}">
      <dgm:prSet/>
      <dgm:spPr/>
    </dgm:pt>
    <dgm:pt modelId="{D497E74D-028F-457E-98AC-FE1EE5747CAF}" type="sibTrans" cxnId="{111C22D8-483E-4DD5-969C-9F4DC4AFE59A}">
      <dgm:prSet/>
      <dgm:spPr/>
    </dgm:pt>
    <dgm:pt modelId="{F5AA6BE0-7F88-4C76-A349-774AADDCD4EC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500">
              <a:solidFill>
                <a:srgbClr val="FFFFFF"/>
              </a:solidFill>
              <a:latin typeface="Calibri"/>
              <a:ea typeface="+mn-ea"/>
              <a:cs typeface="+mn-cs"/>
            </a:rPr>
            <a:t>Week 15: Final Presentation &amp; Project Closure</a:t>
          </a:r>
        </a:p>
      </dgm:t>
    </dgm:pt>
    <dgm:pt modelId="{1654938F-7AA4-4DE1-A7F8-4C7DDBADAF95}" type="parTrans" cxnId="{77B34A1B-F243-419A-B393-D24DCEBB9201}">
      <dgm:prSet/>
      <dgm:spPr/>
    </dgm:pt>
    <dgm:pt modelId="{F61799A0-AD8C-4665-9A65-9EB53A242FEE}" type="sibTrans" cxnId="{77B34A1B-F243-419A-B393-D24DCEBB9201}">
      <dgm:prSet/>
      <dgm:spPr/>
    </dgm:pt>
    <dgm:pt modelId="{73134E1B-2430-4BAD-84B4-7AC2D04850C8}" type="pres">
      <dgm:prSet presAssocID="{E57E5784-F183-4D85-B892-15B498C2CABE}" presName="linear" presStyleCnt="0">
        <dgm:presLayoutVars>
          <dgm:animLvl val="lvl"/>
          <dgm:resizeHandles val="exact"/>
        </dgm:presLayoutVars>
      </dgm:prSet>
      <dgm:spPr/>
    </dgm:pt>
    <dgm:pt modelId="{AF1E4B23-C0CA-46DE-8C91-FD3329E604DB}" type="pres">
      <dgm:prSet presAssocID="{A1652724-B7D1-4E87-A415-A2595F44FFAB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1DAF114C-233F-410C-829B-C592CB86277A}" type="pres">
      <dgm:prSet presAssocID="{0E09BFA6-DF16-41F0-89E6-403B8DC2C237}" presName="spacer" presStyleCnt="0"/>
      <dgm:spPr/>
    </dgm:pt>
    <dgm:pt modelId="{7FCDCD73-C94C-42DE-ABEF-52554EA9BD81}" type="pres">
      <dgm:prSet presAssocID="{FC5AE016-A25E-4F4B-BC06-AF1AA14AE69E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5FBD668E-CB0D-4417-A6FB-839CD7CA8A18}" type="pres">
      <dgm:prSet presAssocID="{2B71A97C-B7F6-4FB7-8C44-B7891F45DE92}" presName="spacer" presStyleCnt="0"/>
      <dgm:spPr/>
    </dgm:pt>
    <dgm:pt modelId="{65E1246B-9BFE-4AEC-85B9-60BCDA9126F6}" type="pres">
      <dgm:prSet presAssocID="{8973AB50-385A-43BB-B0EE-14ABAB05ABC3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2CE106AC-117A-4BAF-A55B-699E6E645C51}" type="pres">
      <dgm:prSet presAssocID="{78A22956-E7A0-428F-809B-FB19D020BDAB}" presName="spacer" presStyleCnt="0"/>
      <dgm:spPr/>
    </dgm:pt>
    <dgm:pt modelId="{CAF52B05-E287-42DF-A153-358D179449E5}" type="pres">
      <dgm:prSet presAssocID="{E908AEB1-50A0-4BB9-970E-403E18ADDC65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3C10BC29-AB5A-4A8F-9B4B-52ACCC857556}" type="pres">
      <dgm:prSet presAssocID="{D4164371-9652-4337-998B-4164083908E4}" presName="spacer" presStyleCnt="0"/>
      <dgm:spPr/>
    </dgm:pt>
    <dgm:pt modelId="{8ADE148C-4018-47C9-80AA-FE45BF19B956}" type="pres">
      <dgm:prSet presAssocID="{3437D773-4D21-4524-8F4B-6E7F1DA7A020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CE93F82F-339E-476F-9BFA-486B6DFBFD4A}" type="pres">
      <dgm:prSet presAssocID="{10DE57C5-BBE4-4E93-9365-890EBD729687}" presName="spacer" presStyleCnt="0"/>
      <dgm:spPr/>
    </dgm:pt>
    <dgm:pt modelId="{D8F136E3-15A2-4BAE-83CB-16A64458687E}" type="pres">
      <dgm:prSet presAssocID="{B044409B-0757-44EA-98B0-40BC77C4BE40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783C2F8D-B978-4FDD-B580-1551702FCF3A}" type="pres">
      <dgm:prSet presAssocID="{B38B46C8-866B-4678-9FE9-B8309A63E8E7}" presName="spacer" presStyleCnt="0"/>
      <dgm:spPr/>
    </dgm:pt>
    <dgm:pt modelId="{424E30D4-336E-49FF-8247-7BAE28E3F6EF}" type="pres">
      <dgm:prSet presAssocID="{5F959C3E-A983-40FB-BDD3-D8C04CFA0281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4989A3D6-5EB2-403B-B3F7-45E111D1F1B6}" type="pres">
      <dgm:prSet presAssocID="{574303F0-B9BF-47E5-9A20-517F84292E7E}" presName="spacer" presStyleCnt="0"/>
      <dgm:spPr/>
    </dgm:pt>
    <dgm:pt modelId="{53CF224D-E39D-41D9-8DC2-2B7233591C5E}" type="pres">
      <dgm:prSet presAssocID="{C7EAA263-98AD-4829-B167-1601F100BB54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91726203-CA61-45E6-9379-0AA26709E447}" type="pres">
      <dgm:prSet presAssocID="{089EAD46-FFDA-4310-9B80-1A7B1C79FB05}" presName="spacer" presStyleCnt="0"/>
      <dgm:spPr/>
    </dgm:pt>
    <dgm:pt modelId="{C3FE4BCD-C2F0-407F-8C6C-8AC2E9D33259}" type="pres">
      <dgm:prSet presAssocID="{2B5551A7-AFED-4636-8B47-ED5F7C2756EF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5E454DF0-AB2B-4899-9096-0284DFFFF353}" type="pres">
      <dgm:prSet presAssocID="{DEB6709B-F3F4-4026-88F9-6BCD8C924200}" presName="spacer" presStyleCnt="0"/>
      <dgm:spPr/>
    </dgm:pt>
    <dgm:pt modelId="{C3FF9D06-819D-4C76-92BE-2A01EA0F156A}" type="pres">
      <dgm:prSet presAssocID="{C31C1BA3-09F6-4D44-942B-473162F017B4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DC2579FB-1238-4B44-8397-628C652E2CC4}" type="pres">
      <dgm:prSet presAssocID="{D497E74D-028F-457E-98AC-FE1EE5747CAF}" presName="spacer" presStyleCnt="0"/>
      <dgm:spPr/>
    </dgm:pt>
    <dgm:pt modelId="{315E3F29-B440-4009-ADEB-A9A80DDFA481}" type="pres">
      <dgm:prSet presAssocID="{F5AA6BE0-7F88-4C76-A349-774AADDCD4EC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7D219B06-6F41-4CFB-AAF0-853EE9DB865E}" type="presOf" srcId="{2B5551A7-AFED-4636-8B47-ED5F7C2756EF}" destId="{C3FE4BCD-C2F0-407F-8C6C-8AC2E9D33259}" srcOrd="0" destOrd="0" presId="urn:microsoft.com/office/officeart/2005/8/layout/vList2"/>
    <dgm:cxn modelId="{67FC330E-67F1-49C7-AB83-CA81E72DD2C1}" srcId="{E57E5784-F183-4D85-B892-15B498C2CABE}" destId="{FC5AE016-A25E-4F4B-BC06-AF1AA14AE69E}" srcOrd="1" destOrd="0" parTransId="{FCEB8DDA-4120-404F-92E0-C774D156C1C7}" sibTransId="{2B71A97C-B7F6-4FB7-8C44-B7891F45DE92}"/>
    <dgm:cxn modelId="{E8417D0F-2B0B-4DAC-B0DC-14BEAE78E8A8}" type="presOf" srcId="{8973AB50-385A-43BB-B0EE-14ABAB05ABC3}" destId="{65E1246B-9BFE-4AEC-85B9-60BCDA9126F6}" srcOrd="0" destOrd="0" presId="urn:microsoft.com/office/officeart/2005/8/layout/vList2"/>
    <dgm:cxn modelId="{0BE74111-D0B7-4399-B7AC-E5B2A78BF989}" type="presOf" srcId="{FC5AE016-A25E-4F4B-BC06-AF1AA14AE69E}" destId="{7FCDCD73-C94C-42DE-ABEF-52554EA9BD81}" srcOrd="0" destOrd="0" presId="urn:microsoft.com/office/officeart/2005/8/layout/vList2"/>
    <dgm:cxn modelId="{8AA5AD16-A82D-418F-BC42-BBA41BB924E1}" type="presOf" srcId="{C31C1BA3-09F6-4D44-942B-473162F017B4}" destId="{C3FF9D06-819D-4C76-92BE-2A01EA0F156A}" srcOrd="0" destOrd="0" presId="urn:microsoft.com/office/officeart/2005/8/layout/vList2"/>
    <dgm:cxn modelId="{77B34A1B-F243-419A-B393-D24DCEBB9201}" srcId="{E57E5784-F183-4D85-B892-15B498C2CABE}" destId="{F5AA6BE0-7F88-4C76-A349-774AADDCD4EC}" srcOrd="10" destOrd="0" parTransId="{1654938F-7AA4-4DE1-A7F8-4C7DDBADAF95}" sibTransId="{F61799A0-AD8C-4665-9A65-9EB53A242FEE}"/>
    <dgm:cxn modelId="{9B62652D-4C98-42F3-A17E-4FA48BBE5F88}" type="presOf" srcId="{E908AEB1-50A0-4BB9-970E-403E18ADDC65}" destId="{CAF52B05-E287-42DF-A153-358D179449E5}" srcOrd="0" destOrd="0" presId="urn:microsoft.com/office/officeart/2005/8/layout/vList2"/>
    <dgm:cxn modelId="{DCC4B43B-EF38-499C-80FF-52B0B5403CE3}" srcId="{E57E5784-F183-4D85-B892-15B498C2CABE}" destId="{A1652724-B7D1-4E87-A415-A2595F44FFAB}" srcOrd="0" destOrd="0" parTransId="{0CE747EC-2B53-4A80-B8BF-E43E92AE78F4}" sibTransId="{0E09BFA6-DF16-41F0-89E6-403B8DC2C237}"/>
    <dgm:cxn modelId="{3F49A33D-FA47-4CDE-95A6-7A05E1F2DDE2}" type="presOf" srcId="{E57E5784-F183-4D85-B892-15B498C2CABE}" destId="{73134E1B-2430-4BAD-84B4-7AC2D04850C8}" srcOrd="0" destOrd="0" presId="urn:microsoft.com/office/officeart/2005/8/layout/vList2"/>
    <dgm:cxn modelId="{2183915E-7930-42E0-ACCF-3267EA8027A8}" type="presOf" srcId="{F5AA6BE0-7F88-4C76-A349-774AADDCD4EC}" destId="{315E3F29-B440-4009-ADEB-A9A80DDFA481}" srcOrd="0" destOrd="0" presId="urn:microsoft.com/office/officeart/2005/8/layout/vList2"/>
    <dgm:cxn modelId="{5828186A-FEE6-480D-BE86-F676F173C5FE}" type="presOf" srcId="{3437D773-4D21-4524-8F4B-6E7F1DA7A020}" destId="{8ADE148C-4018-47C9-80AA-FE45BF19B956}" srcOrd="0" destOrd="0" presId="urn:microsoft.com/office/officeart/2005/8/layout/vList2"/>
    <dgm:cxn modelId="{42BE184C-C299-41C9-A0DF-320C2F549C6C}" srcId="{E57E5784-F183-4D85-B892-15B498C2CABE}" destId="{E908AEB1-50A0-4BB9-970E-403E18ADDC65}" srcOrd="3" destOrd="0" parTransId="{3EC183E0-132D-4279-B096-02F5C7AA67B3}" sibTransId="{D4164371-9652-4337-998B-4164083908E4}"/>
    <dgm:cxn modelId="{7A407672-AA41-4F3A-9927-11AFF31C6F7D}" srcId="{E57E5784-F183-4D85-B892-15B498C2CABE}" destId="{8973AB50-385A-43BB-B0EE-14ABAB05ABC3}" srcOrd="2" destOrd="0" parTransId="{B524FFBC-003C-48CC-961C-34EA65175B24}" sibTransId="{78A22956-E7A0-428F-809B-FB19D020BDAB}"/>
    <dgm:cxn modelId="{FC39D952-BF1F-4CE5-B89D-1B8250450CCE}" srcId="{E57E5784-F183-4D85-B892-15B498C2CABE}" destId="{2B5551A7-AFED-4636-8B47-ED5F7C2756EF}" srcOrd="8" destOrd="0" parTransId="{77181A92-A526-421A-93B6-40567BB06502}" sibTransId="{DEB6709B-F3F4-4026-88F9-6BCD8C924200}"/>
    <dgm:cxn modelId="{6837A254-E82A-47C3-96F8-B23F0A24D52C}" srcId="{E57E5784-F183-4D85-B892-15B498C2CABE}" destId="{5F959C3E-A983-40FB-BDD3-D8C04CFA0281}" srcOrd="6" destOrd="0" parTransId="{8A5847CC-0A6D-4B47-9030-712FE6FA61ED}" sibTransId="{574303F0-B9BF-47E5-9A20-517F84292E7E}"/>
    <dgm:cxn modelId="{79FD69A1-0D01-4D93-8CA0-4558D2DFAB17}" srcId="{E57E5784-F183-4D85-B892-15B498C2CABE}" destId="{C7EAA263-98AD-4829-B167-1601F100BB54}" srcOrd="7" destOrd="0" parTransId="{AB43B3CF-1C4D-40EC-9BEA-B6C49A51CC2E}" sibTransId="{089EAD46-FFDA-4310-9B80-1A7B1C79FB05}"/>
    <dgm:cxn modelId="{819D1EA5-F946-47F1-A637-A27083CA6A1B}" srcId="{E57E5784-F183-4D85-B892-15B498C2CABE}" destId="{B044409B-0757-44EA-98B0-40BC77C4BE40}" srcOrd="5" destOrd="0" parTransId="{2715EF07-CEE8-4397-9014-EB7A2850BFA3}" sibTransId="{B38B46C8-866B-4678-9FE9-B8309A63E8E7}"/>
    <dgm:cxn modelId="{7BFAD1C3-9173-48D4-A98A-30D4586468FF}" type="presOf" srcId="{A1652724-B7D1-4E87-A415-A2595F44FFAB}" destId="{AF1E4B23-C0CA-46DE-8C91-FD3329E604DB}" srcOrd="0" destOrd="0" presId="urn:microsoft.com/office/officeart/2005/8/layout/vList2"/>
    <dgm:cxn modelId="{111C22D8-483E-4DD5-969C-9F4DC4AFE59A}" srcId="{E57E5784-F183-4D85-B892-15B498C2CABE}" destId="{C31C1BA3-09F6-4D44-942B-473162F017B4}" srcOrd="9" destOrd="0" parTransId="{59D08775-C5B4-4563-9EB7-EEA635A3549B}" sibTransId="{D497E74D-028F-457E-98AC-FE1EE5747CAF}"/>
    <dgm:cxn modelId="{AFD3C3E1-7DC9-44E6-B7EE-8CCB1A79A3E9}" type="presOf" srcId="{B044409B-0757-44EA-98B0-40BC77C4BE40}" destId="{D8F136E3-15A2-4BAE-83CB-16A64458687E}" srcOrd="0" destOrd="0" presId="urn:microsoft.com/office/officeart/2005/8/layout/vList2"/>
    <dgm:cxn modelId="{9F57DBF0-0065-4E65-9440-09414FCCB9A3}" type="presOf" srcId="{5F959C3E-A983-40FB-BDD3-D8C04CFA0281}" destId="{424E30D4-336E-49FF-8247-7BAE28E3F6EF}" srcOrd="0" destOrd="0" presId="urn:microsoft.com/office/officeart/2005/8/layout/vList2"/>
    <dgm:cxn modelId="{C3FFB5F2-A93D-49BA-883B-400DBFD955D6}" type="presOf" srcId="{C7EAA263-98AD-4829-B167-1601F100BB54}" destId="{53CF224D-E39D-41D9-8DC2-2B7233591C5E}" srcOrd="0" destOrd="0" presId="urn:microsoft.com/office/officeart/2005/8/layout/vList2"/>
    <dgm:cxn modelId="{1832DAF3-3CCC-4CD3-A291-9B68058C7789}" srcId="{E57E5784-F183-4D85-B892-15B498C2CABE}" destId="{3437D773-4D21-4524-8F4B-6E7F1DA7A020}" srcOrd="4" destOrd="0" parTransId="{21C14835-7D67-4AC3-B76C-71131E680F4B}" sibTransId="{10DE57C5-BBE4-4E93-9365-890EBD729687}"/>
    <dgm:cxn modelId="{207F7DEE-BA26-44E1-944F-179658816DD8}" type="presParOf" srcId="{73134E1B-2430-4BAD-84B4-7AC2D04850C8}" destId="{AF1E4B23-C0CA-46DE-8C91-FD3329E604DB}" srcOrd="0" destOrd="0" presId="urn:microsoft.com/office/officeart/2005/8/layout/vList2"/>
    <dgm:cxn modelId="{49747E07-8B51-4E36-B0C7-DC8369161D3F}" type="presParOf" srcId="{73134E1B-2430-4BAD-84B4-7AC2D04850C8}" destId="{1DAF114C-233F-410C-829B-C592CB86277A}" srcOrd="1" destOrd="0" presId="urn:microsoft.com/office/officeart/2005/8/layout/vList2"/>
    <dgm:cxn modelId="{46C4F05B-6AE0-42B4-B405-55C59248A619}" type="presParOf" srcId="{73134E1B-2430-4BAD-84B4-7AC2D04850C8}" destId="{7FCDCD73-C94C-42DE-ABEF-52554EA9BD81}" srcOrd="2" destOrd="0" presId="urn:microsoft.com/office/officeart/2005/8/layout/vList2"/>
    <dgm:cxn modelId="{2D20F43A-11DC-4E3E-AD17-001B681E1B86}" type="presParOf" srcId="{73134E1B-2430-4BAD-84B4-7AC2D04850C8}" destId="{5FBD668E-CB0D-4417-A6FB-839CD7CA8A18}" srcOrd="3" destOrd="0" presId="urn:microsoft.com/office/officeart/2005/8/layout/vList2"/>
    <dgm:cxn modelId="{26A6C0AF-3ACF-4746-AA6D-09D954A15099}" type="presParOf" srcId="{73134E1B-2430-4BAD-84B4-7AC2D04850C8}" destId="{65E1246B-9BFE-4AEC-85B9-60BCDA9126F6}" srcOrd="4" destOrd="0" presId="urn:microsoft.com/office/officeart/2005/8/layout/vList2"/>
    <dgm:cxn modelId="{CC74E6F7-39CF-4117-AF22-02514B4F7FAA}" type="presParOf" srcId="{73134E1B-2430-4BAD-84B4-7AC2D04850C8}" destId="{2CE106AC-117A-4BAF-A55B-699E6E645C51}" srcOrd="5" destOrd="0" presId="urn:microsoft.com/office/officeart/2005/8/layout/vList2"/>
    <dgm:cxn modelId="{CF9E6978-32B4-4607-9505-0FB7302FB1B7}" type="presParOf" srcId="{73134E1B-2430-4BAD-84B4-7AC2D04850C8}" destId="{CAF52B05-E287-42DF-A153-358D179449E5}" srcOrd="6" destOrd="0" presId="urn:microsoft.com/office/officeart/2005/8/layout/vList2"/>
    <dgm:cxn modelId="{0E3F8E01-281C-4C37-B4AF-8D2A130A9C62}" type="presParOf" srcId="{73134E1B-2430-4BAD-84B4-7AC2D04850C8}" destId="{3C10BC29-AB5A-4A8F-9B4B-52ACCC857556}" srcOrd="7" destOrd="0" presId="urn:microsoft.com/office/officeart/2005/8/layout/vList2"/>
    <dgm:cxn modelId="{9E77281F-F94F-427A-B2B4-2C40E255FC7F}" type="presParOf" srcId="{73134E1B-2430-4BAD-84B4-7AC2D04850C8}" destId="{8ADE148C-4018-47C9-80AA-FE45BF19B956}" srcOrd="8" destOrd="0" presId="urn:microsoft.com/office/officeart/2005/8/layout/vList2"/>
    <dgm:cxn modelId="{49BCB1C1-B383-4359-AB5C-7D00D3E92CE3}" type="presParOf" srcId="{73134E1B-2430-4BAD-84B4-7AC2D04850C8}" destId="{CE93F82F-339E-476F-9BFA-486B6DFBFD4A}" srcOrd="9" destOrd="0" presId="urn:microsoft.com/office/officeart/2005/8/layout/vList2"/>
    <dgm:cxn modelId="{E0BE46BF-E031-43BD-88C6-94F46EC65266}" type="presParOf" srcId="{73134E1B-2430-4BAD-84B4-7AC2D04850C8}" destId="{D8F136E3-15A2-4BAE-83CB-16A64458687E}" srcOrd="10" destOrd="0" presId="urn:microsoft.com/office/officeart/2005/8/layout/vList2"/>
    <dgm:cxn modelId="{499122A7-4291-4D9A-98D4-91180B42815F}" type="presParOf" srcId="{73134E1B-2430-4BAD-84B4-7AC2D04850C8}" destId="{783C2F8D-B978-4FDD-B580-1551702FCF3A}" srcOrd="11" destOrd="0" presId="urn:microsoft.com/office/officeart/2005/8/layout/vList2"/>
    <dgm:cxn modelId="{E441F397-E058-4A71-8127-F6E76717741E}" type="presParOf" srcId="{73134E1B-2430-4BAD-84B4-7AC2D04850C8}" destId="{424E30D4-336E-49FF-8247-7BAE28E3F6EF}" srcOrd="12" destOrd="0" presId="urn:microsoft.com/office/officeart/2005/8/layout/vList2"/>
    <dgm:cxn modelId="{FFA69321-4A3D-456A-8447-505047A33628}" type="presParOf" srcId="{73134E1B-2430-4BAD-84B4-7AC2D04850C8}" destId="{4989A3D6-5EB2-403B-B3F7-45E111D1F1B6}" srcOrd="13" destOrd="0" presId="urn:microsoft.com/office/officeart/2005/8/layout/vList2"/>
    <dgm:cxn modelId="{DFC79D49-F976-4A52-B0C7-C760FABF54A0}" type="presParOf" srcId="{73134E1B-2430-4BAD-84B4-7AC2D04850C8}" destId="{53CF224D-E39D-41D9-8DC2-2B7233591C5E}" srcOrd="14" destOrd="0" presId="urn:microsoft.com/office/officeart/2005/8/layout/vList2"/>
    <dgm:cxn modelId="{EB5A6E39-6A29-40D8-8CF6-8B027E430C72}" type="presParOf" srcId="{73134E1B-2430-4BAD-84B4-7AC2D04850C8}" destId="{91726203-CA61-45E6-9379-0AA26709E447}" srcOrd="15" destOrd="0" presId="urn:microsoft.com/office/officeart/2005/8/layout/vList2"/>
    <dgm:cxn modelId="{6BFE9D31-3025-4570-952E-CFEA2DC0426E}" type="presParOf" srcId="{73134E1B-2430-4BAD-84B4-7AC2D04850C8}" destId="{C3FE4BCD-C2F0-407F-8C6C-8AC2E9D33259}" srcOrd="16" destOrd="0" presId="urn:microsoft.com/office/officeart/2005/8/layout/vList2"/>
    <dgm:cxn modelId="{2A01C28A-81DD-4DE7-8963-3E04FDA61134}" type="presParOf" srcId="{73134E1B-2430-4BAD-84B4-7AC2D04850C8}" destId="{5E454DF0-AB2B-4899-9096-0284DFFFF353}" srcOrd="17" destOrd="0" presId="urn:microsoft.com/office/officeart/2005/8/layout/vList2"/>
    <dgm:cxn modelId="{A19F6A9B-7AD8-4E25-ABBD-F3245BFC166B}" type="presParOf" srcId="{73134E1B-2430-4BAD-84B4-7AC2D04850C8}" destId="{C3FF9D06-819D-4C76-92BE-2A01EA0F156A}" srcOrd="18" destOrd="0" presId="urn:microsoft.com/office/officeart/2005/8/layout/vList2"/>
    <dgm:cxn modelId="{7A8FAA4C-82F0-4847-91A7-A87AF6CA8DAC}" type="presParOf" srcId="{73134E1B-2430-4BAD-84B4-7AC2D04850C8}" destId="{DC2579FB-1238-4B44-8397-628C652E2CC4}" srcOrd="19" destOrd="0" presId="urn:microsoft.com/office/officeart/2005/8/layout/vList2"/>
    <dgm:cxn modelId="{3CE450D4-0F5A-4081-A447-FBE23CC625CB}" type="presParOf" srcId="{73134E1B-2430-4BAD-84B4-7AC2D04850C8}" destId="{315E3F29-B440-4009-ADEB-A9A80DDFA481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AF877-9827-4981-AF8A-2DAD994F91C5}">
      <dsp:nvSpPr>
        <dsp:cNvPr id="0" name=""/>
        <dsp:cNvSpPr/>
      </dsp:nvSpPr>
      <dsp:spPr>
        <a:xfrm>
          <a:off x="462111" y="497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/>
            <a:t>1. </a:t>
          </a:r>
          <a:r>
            <a:rPr lang="en-CA" sz="2600" kern="1200">
              <a:latin typeface="Calibri"/>
            </a:rPr>
            <a:t>Welcome &amp; Introductions</a:t>
          </a:r>
          <a:endParaRPr lang="en-US" sz="2600" kern="1200"/>
        </a:p>
      </dsp:txBody>
      <dsp:txXfrm>
        <a:off x="462111" y="497"/>
        <a:ext cx="2175774" cy="1305464"/>
      </dsp:txXfrm>
    </dsp:sp>
    <dsp:sp modelId="{680DF7FF-B2F4-4E8B-A468-1AF26EDA72DB}">
      <dsp:nvSpPr>
        <dsp:cNvPr id="0" name=""/>
        <dsp:cNvSpPr/>
      </dsp:nvSpPr>
      <dsp:spPr>
        <a:xfrm>
          <a:off x="2855462" y="497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2. Project Context </a:t>
          </a:r>
        </a:p>
      </dsp:txBody>
      <dsp:txXfrm>
        <a:off x="2855462" y="497"/>
        <a:ext cx="2175774" cy="1305464"/>
      </dsp:txXfrm>
    </dsp:sp>
    <dsp:sp modelId="{4F40C292-93D9-4964-85CB-5E2AFD455178}">
      <dsp:nvSpPr>
        <dsp:cNvPr id="0" name=""/>
        <dsp:cNvSpPr/>
      </dsp:nvSpPr>
      <dsp:spPr>
        <a:xfrm>
          <a:off x="5248814" y="497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3</a:t>
          </a:r>
          <a:r>
            <a:rPr lang="en-CA" sz="2600" kern="1200"/>
            <a:t>. </a:t>
          </a:r>
          <a:r>
            <a:rPr lang="en-CA" sz="2600" kern="1200">
              <a:latin typeface="Calibri"/>
            </a:rPr>
            <a:t>Objectives (SMART)</a:t>
          </a:r>
        </a:p>
      </dsp:txBody>
      <dsp:txXfrm>
        <a:off x="5248814" y="497"/>
        <a:ext cx="2175774" cy="1305464"/>
      </dsp:txXfrm>
    </dsp:sp>
    <dsp:sp modelId="{F8137494-1625-4312-9482-DF9068EF7423}">
      <dsp:nvSpPr>
        <dsp:cNvPr id="0" name=""/>
        <dsp:cNvSpPr/>
      </dsp:nvSpPr>
      <dsp:spPr>
        <a:xfrm>
          <a:off x="462111" y="1523539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4. Incident Response Scenarios</a:t>
          </a:r>
        </a:p>
      </dsp:txBody>
      <dsp:txXfrm>
        <a:off x="462111" y="1523539"/>
        <a:ext cx="2175774" cy="1305464"/>
      </dsp:txXfrm>
    </dsp:sp>
    <dsp:sp modelId="{972D5CBA-4AA6-48F1-B3D4-AE48A03996D5}">
      <dsp:nvSpPr>
        <dsp:cNvPr id="0" name=""/>
        <dsp:cNvSpPr/>
      </dsp:nvSpPr>
      <dsp:spPr>
        <a:xfrm>
          <a:off x="2855462" y="1523539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5. Architecture</a:t>
          </a:r>
          <a:r>
            <a:rPr lang="en-CA" sz="2600" kern="1200"/>
            <a:t> </a:t>
          </a:r>
          <a:r>
            <a:rPr lang="en-CA" sz="2600" kern="1200">
              <a:latin typeface="Calibri"/>
            </a:rPr>
            <a:t>Discussion</a:t>
          </a:r>
          <a:endParaRPr lang="en-US" sz="2600" kern="1200"/>
        </a:p>
      </dsp:txBody>
      <dsp:txXfrm>
        <a:off x="2855462" y="1523539"/>
        <a:ext cx="2175774" cy="1305464"/>
      </dsp:txXfrm>
    </dsp:sp>
    <dsp:sp modelId="{8C9A251B-E006-4982-BA26-D35EB649B925}">
      <dsp:nvSpPr>
        <dsp:cNvPr id="0" name=""/>
        <dsp:cNvSpPr/>
      </dsp:nvSpPr>
      <dsp:spPr>
        <a:xfrm>
          <a:off x="5248814" y="1523539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6. Risk Discussion</a:t>
          </a:r>
        </a:p>
      </dsp:txBody>
      <dsp:txXfrm>
        <a:off x="5248814" y="1523539"/>
        <a:ext cx="2175774" cy="1305464"/>
      </dsp:txXfrm>
    </dsp:sp>
    <dsp:sp modelId="{17C7B328-BBF3-450B-A695-7F9EC7E4AFDA}">
      <dsp:nvSpPr>
        <dsp:cNvPr id="0" name=""/>
        <dsp:cNvSpPr/>
      </dsp:nvSpPr>
      <dsp:spPr>
        <a:xfrm>
          <a:off x="1658787" y="3046581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7</a:t>
          </a:r>
          <a:r>
            <a:rPr lang="en-CA" sz="2600" kern="1200"/>
            <a:t>. Timeline </a:t>
          </a:r>
          <a:r>
            <a:rPr lang="en-CA" sz="2600" kern="1200">
              <a:latin typeface="Calibri"/>
            </a:rPr>
            <a:t>Discussion</a:t>
          </a:r>
          <a:endParaRPr lang="en-US" sz="2600" kern="1200"/>
        </a:p>
      </dsp:txBody>
      <dsp:txXfrm>
        <a:off x="1658787" y="3046581"/>
        <a:ext cx="2175774" cy="1305464"/>
      </dsp:txXfrm>
    </dsp:sp>
    <dsp:sp modelId="{E42AA356-5B5B-48D4-B3C0-B0590AD40DD1}">
      <dsp:nvSpPr>
        <dsp:cNvPr id="0" name=""/>
        <dsp:cNvSpPr/>
      </dsp:nvSpPr>
      <dsp:spPr>
        <a:xfrm>
          <a:off x="4052138" y="3046581"/>
          <a:ext cx="2175774" cy="130546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>
              <a:latin typeface="Calibri"/>
            </a:rPr>
            <a:t>8</a:t>
          </a:r>
          <a:r>
            <a:rPr lang="en-CA" sz="2600" kern="1200"/>
            <a:t>. </a:t>
          </a:r>
          <a:r>
            <a:rPr lang="en-CA" sz="2600" kern="1200">
              <a:latin typeface="Calibri"/>
            </a:rPr>
            <a:t>Next Steps Discussion</a:t>
          </a:r>
          <a:endParaRPr lang="en-US" sz="2600" kern="1200"/>
        </a:p>
      </dsp:txBody>
      <dsp:txXfrm>
        <a:off x="4052138" y="3046581"/>
        <a:ext cx="2175774" cy="1305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CBA78-567E-4DF2-A433-78D8B54EE1EF}">
      <dsp:nvSpPr>
        <dsp:cNvPr id="0" name=""/>
        <dsp:cNvSpPr/>
      </dsp:nvSpPr>
      <dsp:spPr>
        <a:xfrm>
          <a:off x="4616799" y="92837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Calibri"/>
            </a:rPr>
            <a:t>Tom </a:t>
          </a:r>
          <a:r>
            <a:rPr lang="en-US" sz="2500" b="1" kern="1200"/>
            <a:t>Burchell</a:t>
          </a:r>
          <a:r>
            <a:rPr lang="en-US" sz="2500" kern="1200"/>
            <a:t> – Backend &amp; Real-Time</a:t>
          </a:r>
          <a:endParaRPr lang="en-US" sz="2500" kern="1200">
            <a:latin typeface="Calibri"/>
          </a:endParaRPr>
        </a:p>
      </dsp:txBody>
      <dsp:txXfrm>
        <a:off x="4616799" y="92837"/>
        <a:ext cx="1484701" cy="1484701"/>
      </dsp:txXfrm>
    </dsp:sp>
    <dsp:sp modelId="{6CAB70B3-539E-41D8-A7D1-7CBDD71F5756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549360"/>
            <a:gd name="adj4" fmla="val 205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9D67A-DF1A-4543-A238-14F6CB1B05E9}">
      <dsp:nvSpPr>
        <dsp:cNvPr id="0" name=""/>
        <dsp:cNvSpPr/>
      </dsp:nvSpPr>
      <dsp:spPr>
        <a:xfrm>
          <a:off x="4616799" y="2615266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Calibri"/>
            </a:rPr>
            <a:t>Leon</a:t>
          </a:r>
          <a:r>
            <a:rPr lang="en-US" sz="2500" b="1" kern="1200"/>
            <a:t> </a:t>
          </a:r>
          <a:r>
            <a:rPr lang="en-US" sz="2500" b="1" kern="1200" err="1"/>
            <a:t>Wasiliew</a:t>
          </a:r>
          <a:r>
            <a:rPr lang="en-US" sz="2500" kern="1200"/>
            <a:t> – Frontend &amp; UX</a:t>
          </a:r>
        </a:p>
      </dsp:txBody>
      <dsp:txXfrm>
        <a:off x="4616799" y="2615266"/>
        <a:ext cx="1484701" cy="1484701"/>
      </dsp:txXfrm>
    </dsp:sp>
    <dsp:sp modelId="{15035AE9-3688-478C-93B8-C2195ABD19D5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5949360"/>
            <a:gd name="adj4" fmla="val 43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D4499-DB53-4C22-93A3-9B600B8F4055}">
      <dsp:nvSpPr>
        <dsp:cNvPr id="0" name=""/>
        <dsp:cNvSpPr/>
      </dsp:nvSpPr>
      <dsp:spPr>
        <a:xfrm>
          <a:off x="2094370" y="2615266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John Hay</a:t>
          </a:r>
          <a:r>
            <a:rPr lang="en-US" sz="2500" kern="1200"/>
            <a:t> – Scenario &amp; QA</a:t>
          </a:r>
        </a:p>
      </dsp:txBody>
      <dsp:txXfrm>
        <a:off x="2094370" y="2615266"/>
        <a:ext cx="1484701" cy="1484701"/>
      </dsp:txXfrm>
    </dsp:sp>
    <dsp:sp modelId="{63E03F61-626F-4440-978F-7A5E442A7D73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11349360"/>
            <a:gd name="adj4" fmla="val 97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5FC9F-75EB-4288-8FA0-B6CF35EF5BAF}">
      <dsp:nvSpPr>
        <dsp:cNvPr id="0" name=""/>
        <dsp:cNvSpPr/>
      </dsp:nvSpPr>
      <dsp:spPr>
        <a:xfrm>
          <a:off x="2094370" y="92837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Kael Payette</a:t>
          </a:r>
          <a:r>
            <a:rPr lang="en-US" sz="2500" kern="1200"/>
            <a:t> – PM &amp; Testing</a:t>
          </a:r>
        </a:p>
      </dsp:txBody>
      <dsp:txXfrm>
        <a:off x="2094370" y="92837"/>
        <a:ext cx="1484701" cy="1484701"/>
      </dsp:txXfrm>
    </dsp:sp>
    <dsp:sp modelId="{94A92D2E-6FB0-43CC-8805-2545586D85E6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16749360"/>
            <a:gd name="adj4" fmla="val 151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FEF3B-4A10-4D26-A3F1-74FCAC8A4EF3}">
      <dsp:nvSpPr>
        <dsp:cNvPr id="0" name=""/>
        <dsp:cNvSpPr/>
      </dsp:nvSpPr>
      <dsp:spPr>
        <a:xfrm>
          <a:off x="0" y="14143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rgbClr val="FFFFFF"/>
              </a:solidFill>
              <a:ea typeface="+mn-ea"/>
              <a:cs typeface="+mn-cs"/>
            </a:rPr>
            <a:t>Real-time emergency incident simulator</a:t>
          </a:r>
        </a:p>
      </dsp:txBody>
      <dsp:txXfrm>
        <a:off x="69812" y="83955"/>
        <a:ext cx="8089976" cy="1290481"/>
      </dsp:txXfrm>
    </dsp:sp>
    <dsp:sp modelId="{E16C1045-CEE9-43B9-A9DA-1CE480D06B5B}">
      <dsp:nvSpPr>
        <dsp:cNvPr id="0" name=""/>
        <dsp:cNvSpPr/>
      </dsp:nvSpPr>
      <dsp:spPr>
        <a:xfrm>
          <a:off x="0" y="1547928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rgbClr val="FFFFFF"/>
              </a:solidFill>
              <a:latin typeface="Calibri"/>
              <a:ea typeface="+mn-ea"/>
              <a:cs typeface="+mn-cs"/>
            </a:rPr>
            <a:t>Four</a:t>
          </a:r>
          <a:r>
            <a:rPr lang="en-US" sz="3600" kern="120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3600" kern="1200">
              <a:solidFill>
                <a:srgbClr val="FFFFFF"/>
              </a:solidFill>
              <a:latin typeface="Calibri"/>
              <a:ea typeface="+mn-ea"/>
              <a:cs typeface="+mn-cs"/>
            </a:rPr>
            <a:t>fully developed scenario</a:t>
          </a:r>
          <a:r>
            <a:rPr lang="en-US" sz="3600" kern="1200">
              <a:solidFill>
                <a:srgbClr val="FFFFFF"/>
              </a:solidFill>
              <a:ea typeface="+mn-ea"/>
              <a:cs typeface="+mn-cs"/>
            </a:rPr>
            <a:t> types</a:t>
          </a:r>
        </a:p>
      </dsp:txBody>
      <dsp:txXfrm>
        <a:off x="69812" y="1617740"/>
        <a:ext cx="8089976" cy="1290481"/>
      </dsp:txXfrm>
    </dsp:sp>
    <dsp:sp modelId="{7D0851C9-6544-4AB3-B8F1-E5EEA8C2C8B6}">
      <dsp:nvSpPr>
        <dsp:cNvPr id="0" name=""/>
        <dsp:cNvSpPr/>
      </dsp:nvSpPr>
      <dsp:spPr>
        <a:xfrm>
          <a:off x="0" y="3081714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rgbClr val="FFFFFF"/>
              </a:solidFill>
              <a:ea typeface="+mn-ea"/>
              <a:cs typeface="+mn-cs"/>
            </a:rPr>
            <a:t>Instructor-led with trainee event log updates</a:t>
          </a:r>
        </a:p>
      </dsp:txBody>
      <dsp:txXfrm>
        <a:off x="69812" y="3151526"/>
        <a:ext cx="8089976" cy="12904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FE522-1C90-4E3B-BB55-6EB5A3867829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CF91D-9151-45EB-9AED-7870D7807C9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7E7C7-3A1C-4103-9725-704B2D74B05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Real-time drift</a:t>
          </a:r>
        </a:p>
      </dsp:txBody>
      <dsp:txXfrm>
        <a:off x="46529" y="2703902"/>
        <a:ext cx="2418750" cy="720000"/>
      </dsp:txXfrm>
    </dsp:sp>
    <dsp:sp modelId="{7CC2A990-5E23-4B3D-90C1-E96BD4EAD78E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19AB87-CE5F-4E71-B230-5FC92696473C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5867D-6149-48BC-BEE5-ADE051BBFF1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Scope creep</a:t>
          </a:r>
        </a:p>
      </dsp:txBody>
      <dsp:txXfrm>
        <a:off x="2888560" y="2703902"/>
        <a:ext cx="2418750" cy="720000"/>
      </dsp:txXfrm>
    </dsp:sp>
    <dsp:sp modelId="{DD53BD08-9E74-480F-9471-37B9763BDFD4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3219AF-92AE-4161-AF88-962D5A6C60D5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60A42-C835-4D77-AD0B-EA156F40F6EF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Dependency conflicts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E4B23-C0CA-46DE-8C91-FD3329E604DB}">
      <dsp:nvSpPr>
        <dsp:cNvPr id="0" name=""/>
        <dsp:cNvSpPr/>
      </dsp:nvSpPr>
      <dsp:spPr>
        <a:xfrm>
          <a:off x="0" y="68219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</a:t>
          </a:r>
          <a:r>
            <a:rPr lang="en-US" sz="1500" kern="120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5</a:t>
          </a:r>
          <a:r>
            <a:rPr lang="en-US" sz="1500" kern="1200">
              <a:solidFill>
                <a:srgbClr val="FFFFFF"/>
              </a:solidFill>
              <a:ea typeface="+mn-ea"/>
              <a:cs typeface="+mn-cs"/>
            </a:rPr>
            <a:t>: </a:t>
          </a: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DB Design, UI Design, Scenario Research &amp; Scripting</a:t>
          </a:r>
          <a:endParaRPr lang="en-US" sz="15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17563" y="85782"/>
        <a:ext cx="8194474" cy="324648"/>
      </dsp:txXfrm>
    </dsp:sp>
    <dsp:sp modelId="{7FCDCD73-C94C-42DE-ABEF-52554EA9BD81}">
      <dsp:nvSpPr>
        <dsp:cNvPr id="0" name=""/>
        <dsp:cNvSpPr/>
      </dsp:nvSpPr>
      <dsp:spPr>
        <a:xfrm>
          <a:off x="0" y="471194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6: Backend &amp; Frontend Implementation – S1</a:t>
          </a:r>
        </a:p>
      </dsp:txBody>
      <dsp:txXfrm>
        <a:off x="17563" y="488757"/>
        <a:ext cx="8194474" cy="324648"/>
      </dsp:txXfrm>
    </dsp:sp>
    <dsp:sp modelId="{65E1246B-9BFE-4AEC-85B9-60BCDA9126F6}">
      <dsp:nvSpPr>
        <dsp:cNvPr id="0" name=""/>
        <dsp:cNvSpPr/>
      </dsp:nvSpPr>
      <dsp:spPr>
        <a:xfrm>
          <a:off x="0" y="874169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7: Testing &amp; Changes – S1</a:t>
          </a:r>
        </a:p>
      </dsp:txBody>
      <dsp:txXfrm>
        <a:off x="17563" y="891732"/>
        <a:ext cx="8194474" cy="324648"/>
      </dsp:txXfrm>
    </dsp:sp>
    <dsp:sp modelId="{CAF52B05-E287-42DF-A153-358D179449E5}">
      <dsp:nvSpPr>
        <dsp:cNvPr id="0" name=""/>
        <dsp:cNvSpPr/>
      </dsp:nvSpPr>
      <dsp:spPr>
        <a:xfrm>
          <a:off x="0" y="1277144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8: Backend &amp; Frontend Implementation – S2</a:t>
          </a:r>
        </a:p>
      </dsp:txBody>
      <dsp:txXfrm>
        <a:off x="17563" y="1294707"/>
        <a:ext cx="8194474" cy="324648"/>
      </dsp:txXfrm>
    </dsp:sp>
    <dsp:sp modelId="{8ADE148C-4018-47C9-80AA-FE45BF19B956}">
      <dsp:nvSpPr>
        <dsp:cNvPr id="0" name=""/>
        <dsp:cNvSpPr/>
      </dsp:nvSpPr>
      <dsp:spPr>
        <a:xfrm>
          <a:off x="0" y="1680119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9: Testing &amp; Changes – S2</a:t>
          </a:r>
        </a:p>
      </dsp:txBody>
      <dsp:txXfrm>
        <a:off x="17563" y="1697682"/>
        <a:ext cx="8194474" cy="324648"/>
      </dsp:txXfrm>
    </dsp:sp>
    <dsp:sp modelId="{D8F136E3-15A2-4BAE-83CB-16A64458687E}">
      <dsp:nvSpPr>
        <dsp:cNvPr id="0" name=""/>
        <dsp:cNvSpPr/>
      </dsp:nvSpPr>
      <dsp:spPr>
        <a:xfrm>
          <a:off x="0" y="2083094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10: Backend &amp; Frontend Implementation – S3</a:t>
          </a:r>
        </a:p>
      </dsp:txBody>
      <dsp:txXfrm>
        <a:off x="17563" y="2100657"/>
        <a:ext cx="8194474" cy="324648"/>
      </dsp:txXfrm>
    </dsp:sp>
    <dsp:sp modelId="{424E30D4-336E-49FF-8247-7BAE28E3F6EF}">
      <dsp:nvSpPr>
        <dsp:cNvPr id="0" name=""/>
        <dsp:cNvSpPr/>
      </dsp:nvSpPr>
      <dsp:spPr>
        <a:xfrm>
          <a:off x="0" y="2486069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11: Testing &amp; Changes – S3</a:t>
          </a:r>
        </a:p>
      </dsp:txBody>
      <dsp:txXfrm>
        <a:off x="17563" y="2503632"/>
        <a:ext cx="8194474" cy="324648"/>
      </dsp:txXfrm>
    </dsp:sp>
    <dsp:sp modelId="{53CF224D-E39D-41D9-8DC2-2B7233591C5E}">
      <dsp:nvSpPr>
        <dsp:cNvPr id="0" name=""/>
        <dsp:cNvSpPr/>
      </dsp:nvSpPr>
      <dsp:spPr>
        <a:xfrm>
          <a:off x="0" y="2889044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12: Backend &amp; Frontend Implementation – S4</a:t>
          </a:r>
        </a:p>
      </dsp:txBody>
      <dsp:txXfrm>
        <a:off x="17563" y="2906607"/>
        <a:ext cx="8194474" cy="324648"/>
      </dsp:txXfrm>
    </dsp:sp>
    <dsp:sp modelId="{C3FE4BCD-C2F0-407F-8C6C-8AC2E9D33259}">
      <dsp:nvSpPr>
        <dsp:cNvPr id="0" name=""/>
        <dsp:cNvSpPr/>
      </dsp:nvSpPr>
      <dsp:spPr>
        <a:xfrm>
          <a:off x="0" y="3292019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13: Testing &amp; Changes – S4</a:t>
          </a:r>
          <a:endParaRPr lang="en-US" sz="15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17563" y="3309582"/>
        <a:ext cx="8194474" cy="324648"/>
      </dsp:txXfrm>
    </dsp:sp>
    <dsp:sp modelId="{C3FF9D06-819D-4C76-92BE-2A01EA0F156A}">
      <dsp:nvSpPr>
        <dsp:cNvPr id="0" name=""/>
        <dsp:cNvSpPr/>
      </dsp:nvSpPr>
      <dsp:spPr>
        <a:xfrm>
          <a:off x="0" y="3694994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14: Final Testing &amp; Project Summarization</a:t>
          </a:r>
        </a:p>
      </dsp:txBody>
      <dsp:txXfrm>
        <a:off x="17563" y="3712557"/>
        <a:ext cx="8194474" cy="324648"/>
      </dsp:txXfrm>
    </dsp:sp>
    <dsp:sp modelId="{315E3F29-B440-4009-ADEB-A9A80DDFA481}">
      <dsp:nvSpPr>
        <dsp:cNvPr id="0" name=""/>
        <dsp:cNvSpPr/>
      </dsp:nvSpPr>
      <dsp:spPr>
        <a:xfrm>
          <a:off x="0" y="4097969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Calibri"/>
              <a:ea typeface="+mn-ea"/>
              <a:cs typeface="+mn-cs"/>
            </a:rPr>
            <a:t>Week 15: Final Presentation &amp; Project Closure</a:t>
          </a:r>
        </a:p>
      </dsp:txBody>
      <dsp:txXfrm>
        <a:off x="17563" y="4115532"/>
        <a:ext cx="8194474" cy="324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Computer_inside_(1)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8BABE50-786F-FBD7-E85A-8742BCD8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 rot="10800000"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853673"/>
            <a:ext cx="3017520" cy="5004794"/>
          </a:xfrm>
        </p:spPr>
        <p:txBody>
          <a:bodyPr>
            <a:normAutofit/>
          </a:bodyPr>
          <a:lstStyle/>
          <a:p>
            <a:r>
              <a:rPr lang="en-CA" sz="4700" b="1">
                <a:solidFill>
                  <a:schemeClr val="bg1"/>
                </a:solidFill>
              </a:rPr>
              <a:t>Project Kickoff Meeting</a:t>
            </a:r>
            <a:endParaRPr lang="en-CA" sz="47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9312" y="853673"/>
            <a:ext cx="4286250" cy="5004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1900">
                <a:solidFill>
                  <a:schemeClr val="bg1"/>
                </a:solidFill>
                <a:ea typeface="Calibri"/>
                <a:cs typeface="Calibri"/>
              </a:rPr>
              <a:t>PROG3300 – Integrated Project</a:t>
            </a:r>
          </a:p>
          <a:p>
            <a:pPr marL="0" indent="0" algn="ctr">
              <a:buNone/>
            </a:pPr>
            <a:endParaRPr lang="en-US" sz="19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900">
                <a:solidFill>
                  <a:schemeClr val="bg1"/>
                </a:solidFill>
              </a:rPr>
              <a:t>Simulated Incident Response Environment (S.I.R.E.)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8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9190" y="493776"/>
            <a:ext cx="4672203" cy="5722227"/>
          </a:xfrm>
          <a:custGeom>
            <a:avLst/>
            <a:gdLst>
              <a:gd name="csX0" fmla="*/ 0 w 4672203"/>
              <a:gd name="csY0" fmla="*/ 0 h 5722227"/>
              <a:gd name="csX1" fmla="*/ 620736 w 4672203"/>
              <a:gd name="csY1" fmla="*/ 0 h 5722227"/>
              <a:gd name="csX2" fmla="*/ 1148027 w 4672203"/>
              <a:gd name="csY2" fmla="*/ 0 h 5722227"/>
              <a:gd name="csX3" fmla="*/ 1908929 w 4672203"/>
              <a:gd name="csY3" fmla="*/ 0 h 5722227"/>
              <a:gd name="csX4" fmla="*/ 2529664 w 4672203"/>
              <a:gd name="csY4" fmla="*/ 0 h 5722227"/>
              <a:gd name="csX5" fmla="*/ 3150400 w 4672203"/>
              <a:gd name="csY5" fmla="*/ 0 h 5722227"/>
              <a:gd name="csX6" fmla="*/ 3911301 w 4672203"/>
              <a:gd name="csY6" fmla="*/ 0 h 5722227"/>
              <a:gd name="csX7" fmla="*/ 4672203 w 4672203"/>
              <a:gd name="csY7" fmla="*/ 0 h 5722227"/>
              <a:gd name="csX8" fmla="*/ 4672203 w 4672203"/>
              <a:gd name="csY8" fmla="*/ 750248 h 5722227"/>
              <a:gd name="csX9" fmla="*/ 4672203 w 4672203"/>
              <a:gd name="csY9" fmla="*/ 1271606 h 5722227"/>
              <a:gd name="csX10" fmla="*/ 4672203 w 4672203"/>
              <a:gd name="csY10" fmla="*/ 1792964 h 5722227"/>
              <a:gd name="csX11" fmla="*/ 4672203 w 4672203"/>
              <a:gd name="csY11" fmla="*/ 2428767 h 5722227"/>
              <a:gd name="csX12" fmla="*/ 4672203 w 4672203"/>
              <a:gd name="csY12" fmla="*/ 3121793 h 5722227"/>
              <a:gd name="csX13" fmla="*/ 4672203 w 4672203"/>
              <a:gd name="csY13" fmla="*/ 3585929 h 5722227"/>
              <a:gd name="csX14" fmla="*/ 4672203 w 4672203"/>
              <a:gd name="csY14" fmla="*/ 4221732 h 5722227"/>
              <a:gd name="csX15" fmla="*/ 4672203 w 4672203"/>
              <a:gd name="csY15" fmla="*/ 4857535 h 5722227"/>
              <a:gd name="csX16" fmla="*/ 4672203 w 4672203"/>
              <a:gd name="csY16" fmla="*/ 5722227 h 5722227"/>
              <a:gd name="csX17" fmla="*/ 3958023 w 4672203"/>
              <a:gd name="csY17" fmla="*/ 5722227 h 5722227"/>
              <a:gd name="csX18" fmla="*/ 3290566 w 4672203"/>
              <a:gd name="csY18" fmla="*/ 5722227 h 5722227"/>
              <a:gd name="csX19" fmla="*/ 2763274 w 4672203"/>
              <a:gd name="csY19" fmla="*/ 5722227 h 5722227"/>
              <a:gd name="csX20" fmla="*/ 2189261 w 4672203"/>
              <a:gd name="csY20" fmla="*/ 5722227 h 5722227"/>
              <a:gd name="csX21" fmla="*/ 1428359 w 4672203"/>
              <a:gd name="csY21" fmla="*/ 5722227 h 5722227"/>
              <a:gd name="csX22" fmla="*/ 760902 w 4672203"/>
              <a:gd name="csY22" fmla="*/ 5722227 h 5722227"/>
              <a:gd name="csX23" fmla="*/ 0 w 4672203"/>
              <a:gd name="csY23" fmla="*/ 5722227 h 5722227"/>
              <a:gd name="csX24" fmla="*/ 0 w 4672203"/>
              <a:gd name="csY24" fmla="*/ 5086424 h 5722227"/>
              <a:gd name="csX25" fmla="*/ 0 w 4672203"/>
              <a:gd name="csY25" fmla="*/ 4622288 h 5722227"/>
              <a:gd name="csX26" fmla="*/ 0 w 4672203"/>
              <a:gd name="csY26" fmla="*/ 4158152 h 5722227"/>
              <a:gd name="csX27" fmla="*/ 0 w 4672203"/>
              <a:gd name="csY27" fmla="*/ 3465126 h 5722227"/>
              <a:gd name="csX28" fmla="*/ 0 w 4672203"/>
              <a:gd name="csY28" fmla="*/ 2943768 h 5722227"/>
              <a:gd name="csX29" fmla="*/ 0 w 4672203"/>
              <a:gd name="csY29" fmla="*/ 2193520 h 5722227"/>
              <a:gd name="csX30" fmla="*/ 0 w 4672203"/>
              <a:gd name="csY30" fmla="*/ 1614940 h 5722227"/>
              <a:gd name="csX31" fmla="*/ 0 w 4672203"/>
              <a:gd name="csY31" fmla="*/ 1150803 h 5722227"/>
              <a:gd name="csX32" fmla="*/ 0 w 4672203"/>
              <a:gd name="csY32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672203" h="5722227" extrusionOk="0">
                <a:moveTo>
                  <a:pt x="0" y="0"/>
                </a:moveTo>
                <a:cubicBezTo>
                  <a:pt x="186732" y="-3296"/>
                  <a:pt x="388938" y="-25607"/>
                  <a:pt x="620736" y="0"/>
                </a:cubicBezTo>
                <a:cubicBezTo>
                  <a:pt x="852534" y="25607"/>
                  <a:pt x="965862" y="-20204"/>
                  <a:pt x="1148027" y="0"/>
                </a:cubicBezTo>
                <a:cubicBezTo>
                  <a:pt x="1330192" y="20204"/>
                  <a:pt x="1682800" y="5923"/>
                  <a:pt x="1908929" y="0"/>
                </a:cubicBezTo>
                <a:cubicBezTo>
                  <a:pt x="2135058" y="-5923"/>
                  <a:pt x="2320754" y="-17866"/>
                  <a:pt x="2529664" y="0"/>
                </a:cubicBezTo>
                <a:cubicBezTo>
                  <a:pt x="2738574" y="17866"/>
                  <a:pt x="2977201" y="15678"/>
                  <a:pt x="3150400" y="0"/>
                </a:cubicBezTo>
                <a:cubicBezTo>
                  <a:pt x="3323599" y="-15678"/>
                  <a:pt x="3752275" y="26639"/>
                  <a:pt x="3911301" y="0"/>
                </a:cubicBezTo>
                <a:cubicBezTo>
                  <a:pt x="4070327" y="-26639"/>
                  <a:pt x="4307234" y="-33315"/>
                  <a:pt x="4672203" y="0"/>
                </a:cubicBezTo>
                <a:cubicBezTo>
                  <a:pt x="4643785" y="151106"/>
                  <a:pt x="4649014" y="542847"/>
                  <a:pt x="4672203" y="750248"/>
                </a:cubicBezTo>
                <a:cubicBezTo>
                  <a:pt x="4695392" y="957649"/>
                  <a:pt x="4667099" y="1013278"/>
                  <a:pt x="4672203" y="1271606"/>
                </a:cubicBezTo>
                <a:cubicBezTo>
                  <a:pt x="4677307" y="1529934"/>
                  <a:pt x="4696383" y="1678874"/>
                  <a:pt x="4672203" y="1792964"/>
                </a:cubicBezTo>
                <a:cubicBezTo>
                  <a:pt x="4648023" y="1907054"/>
                  <a:pt x="4672783" y="2249609"/>
                  <a:pt x="4672203" y="2428767"/>
                </a:cubicBezTo>
                <a:cubicBezTo>
                  <a:pt x="4671623" y="2607925"/>
                  <a:pt x="4665079" y="2952359"/>
                  <a:pt x="4672203" y="3121793"/>
                </a:cubicBezTo>
                <a:cubicBezTo>
                  <a:pt x="4679327" y="3291227"/>
                  <a:pt x="4662966" y="3392984"/>
                  <a:pt x="4672203" y="3585929"/>
                </a:cubicBezTo>
                <a:cubicBezTo>
                  <a:pt x="4681440" y="3778874"/>
                  <a:pt x="4663528" y="4083079"/>
                  <a:pt x="4672203" y="4221732"/>
                </a:cubicBezTo>
                <a:cubicBezTo>
                  <a:pt x="4680878" y="4360385"/>
                  <a:pt x="4699354" y="4659120"/>
                  <a:pt x="4672203" y="4857535"/>
                </a:cubicBezTo>
                <a:cubicBezTo>
                  <a:pt x="4645052" y="5055950"/>
                  <a:pt x="4688563" y="5364799"/>
                  <a:pt x="4672203" y="5722227"/>
                </a:cubicBezTo>
                <a:cubicBezTo>
                  <a:pt x="4416209" y="5713249"/>
                  <a:pt x="4307868" y="5739562"/>
                  <a:pt x="3958023" y="5722227"/>
                </a:cubicBezTo>
                <a:cubicBezTo>
                  <a:pt x="3608178" y="5704892"/>
                  <a:pt x="3576363" y="5732699"/>
                  <a:pt x="3290566" y="5722227"/>
                </a:cubicBezTo>
                <a:cubicBezTo>
                  <a:pt x="3004769" y="5711755"/>
                  <a:pt x="2964899" y="5726994"/>
                  <a:pt x="2763274" y="5722227"/>
                </a:cubicBezTo>
                <a:cubicBezTo>
                  <a:pt x="2561649" y="5717460"/>
                  <a:pt x="2380243" y="5710789"/>
                  <a:pt x="2189261" y="5722227"/>
                </a:cubicBezTo>
                <a:cubicBezTo>
                  <a:pt x="1998279" y="5733665"/>
                  <a:pt x="1781759" y="5759437"/>
                  <a:pt x="1428359" y="5722227"/>
                </a:cubicBezTo>
                <a:cubicBezTo>
                  <a:pt x="1074959" y="5685017"/>
                  <a:pt x="995764" y="5734876"/>
                  <a:pt x="760902" y="5722227"/>
                </a:cubicBezTo>
                <a:cubicBezTo>
                  <a:pt x="526040" y="5709578"/>
                  <a:pt x="366976" y="5698082"/>
                  <a:pt x="0" y="5722227"/>
                </a:cubicBezTo>
                <a:cubicBezTo>
                  <a:pt x="13253" y="5532714"/>
                  <a:pt x="-27010" y="5388579"/>
                  <a:pt x="0" y="5086424"/>
                </a:cubicBezTo>
                <a:cubicBezTo>
                  <a:pt x="27010" y="4784269"/>
                  <a:pt x="1316" y="4790856"/>
                  <a:pt x="0" y="4622288"/>
                </a:cubicBezTo>
                <a:cubicBezTo>
                  <a:pt x="-1316" y="4453720"/>
                  <a:pt x="-17889" y="4329685"/>
                  <a:pt x="0" y="4158152"/>
                </a:cubicBezTo>
                <a:cubicBezTo>
                  <a:pt x="17889" y="3986619"/>
                  <a:pt x="29957" y="3697891"/>
                  <a:pt x="0" y="3465126"/>
                </a:cubicBezTo>
                <a:cubicBezTo>
                  <a:pt x="-29957" y="3232361"/>
                  <a:pt x="-11215" y="3087732"/>
                  <a:pt x="0" y="2943768"/>
                </a:cubicBezTo>
                <a:cubicBezTo>
                  <a:pt x="11215" y="2799804"/>
                  <a:pt x="20310" y="2436665"/>
                  <a:pt x="0" y="2193520"/>
                </a:cubicBezTo>
                <a:cubicBezTo>
                  <a:pt x="-20310" y="1950375"/>
                  <a:pt x="1394" y="1814798"/>
                  <a:pt x="0" y="1614940"/>
                </a:cubicBezTo>
                <a:cubicBezTo>
                  <a:pt x="-1394" y="1415082"/>
                  <a:pt x="17016" y="1343257"/>
                  <a:pt x="0" y="1150803"/>
                </a:cubicBezTo>
                <a:cubicBezTo>
                  <a:pt x="-17016" y="958349"/>
                  <a:pt x="1173" y="374711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E4F50-2B64-CA4E-78B7-F3C6ECDA317F}"/>
              </a:ext>
            </a:extLst>
          </p:cNvPr>
          <p:cNvSpPr txBox="1"/>
          <p:nvPr/>
        </p:nvSpPr>
        <p:spPr>
          <a:xfrm>
            <a:off x="4572000" y="6858000"/>
            <a:ext cx="4576763" cy="3175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/>
              <a:t>ThePhoto by PhotoAuthor is licensed under CCYYSA.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CA" sz="4500"/>
              <a:t>Agenda</a:t>
            </a:r>
          </a:p>
        </p:txBody>
      </p:sp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95151560-33B7-8C9D-3617-3A52DF08D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889890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Welcome &amp; Introductions</a:t>
            </a:r>
          </a:p>
        </p:txBody>
      </p:sp>
      <p:pic>
        <p:nvPicPr>
          <p:cNvPr id="53" name="Graphic 52" descr="Handshake">
            <a:extLst>
              <a:ext uri="{FF2B5EF4-FFF2-40B4-BE49-F238E27FC236}">
                <a16:creationId xmlns:a16="http://schemas.microsoft.com/office/drawing/2014/main" id="{4BE715C0-DFEF-4FA4-C9BD-86F0EC0E6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42" name="Graphic 41" descr="Handshake">
            <a:extLst>
              <a:ext uri="{FF2B5EF4-FFF2-40B4-BE49-F238E27FC236}">
                <a16:creationId xmlns:a16="http://schemas.microsoft.com/office/drawing/2014/main" id="{0F72DDA5-298E-442A-ACF6-87E97BA33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69584-630B-55DA-BCA7-A6335CF7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F2747DD-AB3C-A0BE-6E13-F041E42D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D6202B-7BC8-E158-0340-87AE5F88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2EBA36-C722-5F8E-B7C8-65463614E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860F4B-E830-E91F-F35B-BCC2A7D15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D5215-257F-4EF3-9A43-EDA25AE0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  <a:ea typeface="Calibri"/>
                <a:cs typeface="Calibri"/>
              </a:rPr>
              <a:t>Welcome</a:t>
            </a:r>
            <a:endParaRPr lang="en-US" sz="35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A8F93-27C0-7803-D13E-0E7F459F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837944"/>
            <a:ext cx="2944368" cy="30354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Project Name:</a:t>
            </a:r>
          </a:p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S</a:t>
            </a:r>
            <a:r>
              <a:rPr lang="en-US" sz="2800">
                <a:ea typeface="Calibri"/>
                <a:cs typeface="Calibri"/>
              </a:rPr>
              <a:t> – Simulated</a:t>
            </a:r>
          </a:p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I</a:t>
            </a:r>
            <a:r>
              <a:rPr lang="en-US" sz="2800">
                <a:ea typeface="Calibri"/>
                <a:cs typeface="Calibri"/>
              </a:rPr>
              <a:t> – Incident</a:t>
            </a:r>
          </a:p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R </a:t>
            </a:r>
            <a:r>
              <a:rPr lang="en-US" sz="2800">
                <a:ea typeface="Calibri"/>
                <a:cs typeface="Calibri"/>
              </a:rPr>
              <a:t>– Response</a:t>
            </a:r>
          </a:p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E</a:t>
            </a:r>
            <a:r>
              <a:rPr lang="en-US" sz="2800">
                <a:ea typeface="Calibri"/>
                <a:cs typeface="Calibri"/>
              </a:rPr>
              <a:t> – Environment</a:t>
            </a: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B893121-5797-AD29-ADB8-17A224645E19}"/>
              </a:ext>
            </a:extLst>
          </p:cNvPr>
          <p:cNvSpPr txBox="1">
            <a:spLocks/>
          </p:cNvSpPr>
          <p:nvPr/>
        </p:nvSpPr>
        <p:spPr>
          <a:xfrm>
            <a:off x="646176" y="5017008"/>
            <a:ext cx="2944368" cy="1234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Team Name:</a:t>
            </a: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Nibble</a:t>
            </a:r>
            <a:endParaRPr lang="en-US" sz="2800"/>
          </a:p>
          <a:p>
            <a:pPr marL="0" indent="0">
              <a:buFont typeface="Arial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29F27A1-B492-1E55-FBC7-C710FB3E3BC5}"/>
              </a:ext>
            </a:extLst>
          </p:cNvPr>
          <p:cNvSpPr txBox="1">
            <a:spLocks/>
          </p:cNvSpPr>
          <p:nvPr/>
        </p:nvSpPr>
        <p:spPr>
          <a:xfrm>
            <a:off x="4495800" y="1834896"/>
            <a:ext cx="3694176" cy="4416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>
                <a:ea typeface="Calibri"/>
                <a:cs typeface="Calibri"/>
              </a:rPr>
              <a:t>Purpose:</a:t>
            </a: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The purpose of this kickoff meeting is to introduce the team and the project to the stakeholders and discuss the plans we have moving forward.</a:t>
            </a:r>
            <a:endParaRPr lang="en-US"/>
          </a:p>
          <a:p>
            <a:pPr marL="0" indent="0">
              <a:buFont typeface="Arial"/>
              <a:buNone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339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Team Members of </a:t>
            </a:r>
            <a:r>
              <a:rPr lang="en-CA" sz="3500" i="1">
                <a:solidFill>
                  <a:srgbClr val="FFFFFF"/>
                </a:solidFill>
              </a:rPr>
              <a:t>Nibble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3ED112-4C18-6CB5-A442-3960CEDFE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77816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C80C4-0F42-C32F-B03D-F374B42A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6EAD8BE-9B6F-B2B4-D433-80F6C9A91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CB9C2A-FE2F-5163-48E2-B1708533E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4D2611-8D4F-8C5C-559C-8FF155417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AC0BCA-4EBC-B79A-38AF-9F837FA3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C44AD-C356-6631-108A-487BBD12B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RACI</a:t>
            </a:r>
            <a:endParaRPr lang="en-US" sz="35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15" name="Picture 2" descr="A table with text on it&#10;&#10;AI-generated content may be incorrect.">
            <a:extLst>
              <a:ext uri="{FF2B5EF4-FFF2-40B4-BE49-F238E27FC236}">
                <a16:creationId xmlns:a16="http://schemas.microsoft.com/office/drawing/2014/main" id="{F6AE8661-386A-A1BD-6285-9BD1FEFB0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" y="1569251"/>
            <a:ext cx="7790688" cy="528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A9F02F-D54E-B7D4-D135-638025C1B561}"/>
              </a:ext>
            </a:extLst>
          </p:cNvPr>
          <p:cNvSpPr txBox="1"/>
          <p:nvPr/>
        </p:nvSpPr>
        <p:spPr>
          <a:xfrm>
            <a:off x="528007" y="1711080"/>
            <a:ext cx="4572000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/>
              <a:t>Color Legend:</a:t>
            </a:r>
            <a:endParaRPr lang="en-US" sz="2000" b="1">
              <a:ea typeface="Calibri"/>
              <a:cs typeface="Calibri"/>
            </a:endParaRPr>
          </a:p>
          <a:p>
            <a:r>
              <a:rPr lang="en-US" b="1"/>
              <a:t>R </a:t>
            </a:r>
            <a:r>
              <a:rPr lang="en-US"/>
              <a:t>– Responsible (Red)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A </a:t>
            </a:r>
            <a:r>
              <a:rPr lang="en-US"/>
              <a:t>– Accountable (Blue)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C </a:t>
            </a:r>
            <a:r>
              <a:rPr lang="en-US"/>
              <a:t>– Consulted (Yellow)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I </a:t>
            </a:r>
            <a:r>
              <a:rPr lang="en-US"/>
              <a:t>– Informed (Grey)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504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3C22A-850F-B625-28D1-9ACB97B2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11D5EB6-EB1C-28C6-EA57-F838022AB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B61FB1-7C08-DAF0-F5DB-B44AC6C73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156B45-661A-566D-F4A1-460269F21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D8F54B-75DD-566E-8BD5-DBA9AFF2D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B7259-69CC-8431-96D9-3E589DAE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  <a:ea typeface="Calibri"/>
                <a:cs typeface="Calibri"/>
              </a:rPr>
              <a:t>How We Will Collaborate</a:t>
            </a:r>
            <a:endParaRPr lang="en-US" sz="35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38493-60CD-3841-A817-2199281CB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532888"/>
            <a:ext cx="2944368" cy="37212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>
                <a:ea typeface="Calibri"/>
                <a:cs typeface="Calibri"/>
              </a:rPr>
              <a:t>Channels:</a:t>
            </a: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GitHub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Jira (Atlassian)</a:t>
            </a: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Microsoft Teams</a:t>
            </a: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Outlook/Gmail</a:t>
            </a: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29AABC6-A825-9264-CFAE-F995799B977A}"/>
              </a:ext>
            </a:extLst>
          </p:cNvPr>
          <p:cNvSpPr txBox="1">
            <a:spLocks/>
          </p:cNvSpPr>
          <p:nvPr/>
        </p:nvSpPr>
        <p:spPr>
          <a:xfrm>
            <a:off x="4495800" y="2529840"/>
            <a:ext cx="3694176" cy="3721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>
                <a:ea typeface="Calibri"/>
                <a:cs typeface="Calibri"/>
              </a:rPr>
              <a:t>Meetings:</a:t>
            </a:r>
          </a:p>
          <a:p>
            <a:pPr marL="0" indent="0">
              <a:buNone/>
            </a:pPr>
            <a:r>
              <a:rPr lang="en-US" sz="2800">
                <a:ea typeface="Calibri"/>
                <a:cs typeface="Calibri"/>
              </a:rPr>
              <a:t>The team will meet twice weekly (each 10 – 15 minutes) in person at the college to review previous, current, and next item actions.</a:t>
            </a:r>
            <a:endParaRPr lang="en-US"/>
          </a:p>
          <a:p>
            <a:pPr marL="0" indent="0">
              <a:buFont typeface="Arial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C613B2C-DFAB-B4C1-D638-5180A3EDA304}"/>
              </a:ext>
            </a:extLst>
          </p:cNvPr>
          <p:cNvSpPr txBox="1">
            <a:spLocks/>
          </p:cNvSpPr>
          <p:nvPr/>
        </p:nvSpPr>
        <p:spPr>
          <a:xfrm>
            <a:off x="646176" y="1716024"/>
            <a:ext cx="6995160" cy="5208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i="1">
                <a:ea typeface="Calibri"/>
                <a:cs typeface="Calibri"/>
              </a:rPr>
              <a:t>According to the Team Charter</a:t>
            </a:r>
          </a:p>
          <a:p>
            <a:pPr marL="0" indent="0">
              <a:buFont typeface="Arial"/>
              <a:buNone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470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2B8D7-6EF8-6201-65CA-4A12B94C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D435E7-C4EA-D757-69CA-41418B1BD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0A0EAB-9C08-D82E-8220-7A1BFDD5F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F6711B-983E-68A0-F1CA-FE65951BC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7ACE04-51DF-857B-3AB2-56F6F5082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67314B-2381-8275-1E13-A9943225A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1D8AE0-1571-488A-F936-34FC64E38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A1089-D133-854F-D6F1-7B134ED1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Project Context</a:t>
            </a:r>
            <a:endParaRPr lang="en-US" sz="42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26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252F2-2898-F1EE-6189-8F80016A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F9A3D58-36E1-0016-2413-A35CC4F58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530135-04FE-BC40-3370-9F2B6C9E5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E4F3E4-7ED1-6FA1-4EFB-C876DAD0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CB89B-F4EC-461B-3F1B-67BF3017A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  <a:ea typeface="Calibri"/>
                <a:cs typeface="Calibri"/>
              </a:rPr>
              <a:t>Why This Project Exists</a:t>
            </a:r>
            <a:endParaRPr lang="en-US" sz="35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847AF3-D6C3-D062-C156-0B6CCCC42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39112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Emergency preparedness training is essential</a:t>
            </a:r>
          </a:p>
          <a:p>
            <a:r>
              <a:rPr lang="en-US">
                <a:ea typeface="Calibri"/>
                <a:cs typeface="Calibri"/>
              </a:rPr>
              <a:t>Traditional drills are costly and disruptive</a:t>
            </a:r>
          </a:p>
          <a:p>
            <a:r>
              <a:rPr lang="en-US">
                <a:ea typeface="Calibri"/>
                <a:cs typeface="Calibri"/>
              </a:rPr>
              <a:t>Tabletop exercises lack realism and urgency</a:t>
            </a:r>
          </a:p>
          <a:p>
            <a:r>
              <a:rPr lang="en-US">
                <a:ea typeface="Calibri"/>
                <a:cs typeface="Calibri"/>
              </a:rPr>
              <a:t>Organizations need an accessible way to train</a:t>
            </a:r>
          </a:p>
          <a:p>
            <a:r>
              <a:rPr lang="en-US" b="1">
                <a:ea typeface="Calibri"/>
                <a:cs typeface="Calibri"/>
              </a:rPr>
              <a:t>SIRE fills this gap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898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SIRE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183EA8-C759-F617-AAA4-A61118EE7E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In Scope: JS Full Stack, Scenarios, Dashboard, Docs</a:t>
            </a:r>
          </a:p>
          <a:p>
            <a:r>
              <a:rPr lang="en-US" sz="1700"/>
              <a:t>Out of Scope: Mobile apps, Hardware sensors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5589A-8024-23DD-4158-8C21AFCF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130DBED-BE2E-14EC-5A87-B5D5EC4F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C66657-4415-B332-069B-63B60F1B1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E10472-A441-45D6-8A54-296B819E0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1D7413-52D4-F547-9E53-D800CE92F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15332D-C59C-5265-ADAD-63ED5078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C1D94A5-97DC-C9F4-7349-A0793B87A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F6762-BC1A-4E7A-0F9D-CB135E72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 (SMART)</a:t>
            </a:r>
          </a:p>
        </p:txBody>
      </p:sp>
    </p:spTree>
    <p:extLst>
      <p:ext uri="{BB962C8B-B14F-4D97-AF65-F5344CB8AC3E}">
        <p14:creationId xmlns:p14="http://schemas.microsoft.com/office/powerpoint/2010/main" val="332532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A95FD-4BC1-BA87-6193-9DC6C03D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SPECIFIC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E06A-CB8B-51E7-3791-EA7A81A7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Specific: Build a real‑time, instructor‑led incident simulator with four dynamic scenarios (out of eight) and trainee event‑log interaction.</a:t>
            </a:r>
            <a:endParaRPr lang="en-CA" sz="2000"/>
          </a:p>
        </p:txBody>
      </p:sp>
      <p:pic>
        <p:nvPicPr>
          <p:cNvPr id="30" name="Graphic 29" descr="Robot">
            <a:extLst>
              <a:ext uri="{FF2B5EF4-FFF2-40B4-BE49-F238E27FC236}">
                <a16:creationId xmlns:a16="http://schemas.microsoft.com/office/drawing/2014/main" id="{24E6CB6F-5DB6-C3A2-09C4-D0C765088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2126" y="2079023"/>
            <a:ext cx="2711832" cy="271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92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C0F0A-CE90-5C37-0AD5-DAB8EF5F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MEASURABLE</a:t>
            </a:r>
            <a:endParaRPr lang="en-CA" sz="3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9E72-7091-A933-200E-6FF7AD63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Measurable: ≥10 concurrent users, &lt;300ms latency, eight scenarios, full documentation, deployed demo.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1619331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1A7BE-4275-2341-DFE3-1285F717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ACHIEVABLE</a:t>
            </a:r>
            <a:endParaRPr lang="en-CA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A4AF-D703-F37E-1B3E-E952D5F01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Achievable: Uses a unified Node + Express + Socket.IO + React stack with zero-cost tooling.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385419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A6682-106E-10B7-5988-65149989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RELEVANT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8949-AD93-A11A-71E6-F08EC50C7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Relevant: Improves preparedness by providing accessible, repeatable emergency‑response training.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6951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0D400-9D98-97AD-9EF7-4B2F1248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TIME-BOUND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2DCFC-CF90-579E-7600-4B06CF13A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Time‑Bound: Delivered within a defined 12‑week project schedule with milestone checkpoints.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164263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0D49A-8CD7-D224-A7EB-DC3ABE96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8966A4F-D4A3-0274-144F-149807CFE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766E9D-E560-CC9D-AE8C-3C391229B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7E6035-EBAB-0FCC-40CE-279A7FE23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7425D5-C707-A616-499E-9AAED0505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200D38-CB83-D423-511E-83393A94D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DB27354-890C-FF1A-D7F2-8BC44C04B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2A0D7-B589-8C5D-CE92-A6E21BE4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Incident Response Scenarios</a:t>
            </a:r>
            <a:endParaRPr lang="en-US" sz="42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173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3237D-65F5-BB2F-2229-CACCDA61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D687-56BB-6BDD-93E5-D02DB3D5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100">
                <a:ea typeface="Calibri"/>
                <a:cs typeface="Calibri"/>
              </a:rPr>
              <a:t>Scenario 1 – Fire Incident</a:t>
            </a:r>
            <a:endParaRPr lang="en-US" sz="3100" kern="1200">
              <a:latin typeface="+mj-lt"/>
              <a:ea typeface="Calibri"/>
              <a:cs typeface="Calibri"/>
            </a:endParaRPr>
          </a:p>
        </p:txBody>
      </p:sp>
      <p:pic>
        <p:nvPicPr>
          <p:cNvPr id="3" name="Picture 2" descr="18 Canadian Communities Most at Risk from the Next Record Wildfire ...">
            <a:extLst>
              <a:ext uri="{FF2B5EF4-FFF2-40B4-BE49-F238E27FC236}">
                <a16:creationId xmlns:a16="http://schemas.microsoft.com/office/drawing/2014/main" id="{B5DC48F5-4498-49FA-772E-EEBFA87E7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80" b="1958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A0E52B-F705-8DBC-575A-91A6581C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Increasing wildfire seasons in Canada</a:t>
            </a:r>
          </a:p>
          <a:p>
            <a:r>
              <a:rPr lang="en-US" sz="2000">
                <a:ea typeface="Calibri"/>
                <a:cs typeface="Calibri"/>
              </a:rPr>
              <a:t>Rural Nova Scotia communities are at higher risk</a:t>
            </a:r>
          </a:p>
          <a:p>
            <a:r>
              <a:rPr lang="en-US" sz="2000">
                <a:ea typeface="Calibri"/>
                <a:cs typeface="Calibri"/>
              </a:rPr>
              <a:t>Residential fire incidents remain common</a:t>
            </a:r>
          </a:p>
          <a:p>
            <a:r>
              <a:rPr lang="en-US" sz="2000">
                <a:ea typeface="Calibri"/>
                <a:cs typeface="Calibri"/>
              </a:rPr>
              <a:t>Fast-moving situations requiring rapid decisions</a:t>
            </a: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97E81-6A9B-986A-CF57-E0639882522A}"/>
              </a:ext>
            </a:extLst>
          </p:cNvPr>
          <p:cNvSpPr txBox="1"/>
          <p:nvPr/>
        </p:nvSpPr>
        <p:spPr>
          <a:xfrm>
            <a:off x="5974772" y="3593090"/>
            <a:ext cx="3169228" cy="330488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/>
          <a:p>
            <a:pPr algn="r"/>
            <a:r>
              <a:rPr lang="en-US" sz="1200" err="1"/>
              <a:t>ThePhoto</a:t>
            </a:r>
            <a:r>
              <a:rPr lang="en-US" sz="1200"/>
              <a:t> by </a:t>
            </a:r>
            <a:r>
              <a:rPr lang="en-US" sz="1200" err="1"/>
              <a:t>PhotoAuthor</a:t>
            </a:r>
            <a:r>
              <a:rPr lang="en-US" sz="1200"/>
              <a:t> is licensed under CCYYSA.</a:t>
            </a:r>
            <a:endParaRPr lang="en-US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526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08C31-5019-C7C2-8F57-65FAAF1B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B36B-7475-464D-DF51-6F6FA267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100">
                <a:ea typeface="Calibri"/>
                <a:cs typeface="Calibri"/>
              </a:rPr>
              <a:t>Scenario 2 – Active Threat</a:t>
            </a:r>
            <a:endParaRPr lang="en-US" sz="3100" kern="1200">
              <a:latin typeface="+mj-lt"/>
              <a:ea typeface="Calibri"/>
              <a:cs typeface="Calibri"/>
            </a:endParaRPr>
          </a:p>
        </p:txBody>
      </p:sp>
      <p:pic>
        <p:nvPicPr>
          <p:cNvPr id="3" name="Picture 2" descr="A police officer standing next to a police car&#10;&#10;AI-generated content may be incorrect.">
            <a:extLst>
              <a:ext uri="{FF2B5EF4-FFF2-40B4-BE49-F238E27FC236}">
                <a16:creationId xmlns:a16="http://schemas.microsoft.com/office/drawing/2014/main" id="{076BD78D-37F3-EE12-67FA-7A1E309E2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14" b="604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1CBDA9-32C4-3F55-1AE8-C2A0364AB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Calibri"/>
                <a:ea typeface="Calibri"/>
                <a:cs typeface="Calibri"/>
              </a:rPr>
              <a:t>Rising active threat events across Canada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Schools and public spaces in Nova Scotia are vulnerable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High-risk, high-stress decision environments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Need for coordinated, </a:t>
            </a:r>
            <a:r>
              <a:rPr lang="en-US" sz="2000">
                <a:ea typeface="Calibri"/>
                <a:cs typeface="Calibri"/>
              </a:rPr>
              <a:t>practiced response paths</a:t>
            </a: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FB097-6E7F-9AF5-C6D7-9BF02665EC5D}"/>
              </a:ext>
            </a:extLst>
          </p:cNvPr>
          <p:cNvSpPr txBox="1"/>
          <p:nvPr/>
        </p:nvSpPr>
        <p:spPr>
          <a:xfrm>
            <a:off x="5974772" y="3593090"/>
            <a:ext cx="3169228" cy="330488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/>
          <a:p>
            <a:pPr algn="r"/>
            <a:r>
              <a:rPr lang="en-US" sz="1200" err="1"/>
              <a:t>ThePhoto</a:t>
            </a:r>
            <a:r>
              <a:rPr lang="en-US" sz="1200"/>
              <a:t> by </a:t>
            </a:r>
            <a:r>
              <a:rPr lang="en-US" sz="1200" err="1"/>
              <a:t>PhotoAuthor</a:t>
            </a:r>
            <a:r>
              <a:rPr lang="en-US" sz="1200"/>
              <a:t> is licensed under CCYYSA.</a:t>
            </a:r>
            <a:endParaRPr lang="en-US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166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46C5D-605A-16F2-769D-25A51505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48BA-1495-04E6-A539-E45B3659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100">
                <a:ea typeface="Calibri"/>
                <a:cs typeface="Calibri"/>
              </a:rPr>
              <a:t>Scenario 3 – Medical Emergency</a:t>
            </a:r>
            <a:endParaRPr lang="en-US" sz="3100" kern="1200">
              <a:latin typeface="+mj-lt"/>
              <a:ea typeface="Calibri"/>
              <a:cs typeface="Calibri"/>
            </a:endParaRPr>
          </a:p>
        </p:txBody>
      </p:sp>
      <p:pic>
        <p:nvPicPr>
          <p:cNvPr id="4" name="Picture 3" descr="Halifax NS Ambulance | Paul Townley | Flickr">
            <a:extLst>
              <a:ext uri="{FF2B5EF4-FFF2-40B4-BE49-F238E27FC236}">
                <a16:creationId xmlns:a16="http://schemas.microsoft.com/office/drawing/2014/main" id="{21F8AF17-F121-DAEC-2AF3-B60166E5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81" b="17281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B9DE12-801C-1489-CFA1-86B63AD8A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First-aid required by many Canadian employers</a:t>
            </a:r>
          </a:p>
          <a:p>
            <a:r>
              <a:rPr lang="en-US" sz="2000">
                <a:ea typeface="Calibri"/>
                <a:cs typeface="Calibri"/>
              </a:rPr>
              <a:t>Limited interactive modules in Nova Scotia</a:t>
            </a:r>
          </a:p>
          <a:p>
            <a:r>
              <a:rPr lang="en-US" sz="2000">
                <a:ea typeface="Calibri"/>
                <a:cs typeface="Calibri"/>
              </a:rPr>
              <a:t>Skills degrade without actual practice</a:t>
            </a:r>
          </a:p>
          <a:p>
            <a:r>
              <a:rPr lang="en-US" sz="2000">
                <a:ea typeface="Calibri"/>
                <a:cs typeface="Calibri"/>
              </a:rPr>
              <a:t>Certifications cover a few emergency types</a:t>
            </a: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11AED-6E2A-CC54-E2FF-670791C029D9}"/>
              </a:ext>
            </a:extLst>
          </p:cNvPr>
          <p:cNvSpPr txBox="1"/>
          <p:nvPr/>
        </p:nvSpPr>
        <p:spPr>
          <a:xfrm>
            <a:off x="5974772" y="3593090"/>
            <a:ext cx="3169228" cy="330488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/>
          <a:p>
            <a:pPr algn="r"/>
            <a:r>
              <a:rPr lang="en-US" sz="1200" err="1"/>
              <a:t>ThePhoto</a:t>
            </a:r>
            <a:r>
              <a:rPr lang="en-US" sz="1200"/>
              <a:t> by </a:t>
            </a:r>
            <a:r>
              <a:rPr lang="en-US" sz="1200" err="1"/>
              <a:t>PhotoAuthor</a:t>
            </a:r>
            <a:r>
              <a:rPr lang="en-US" sz="1200"/>
              <a:t> is licensed under CCYYSA.</a:t>
            </a:r>
            <a:endParaRPr lang="en-US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6456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68123-4AE9-1F71-C56E-7D6088C0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4363-59DC-35EF-A710-C46CB733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100">
                <a:ea typeface="Calibri"/>
                <a:cs typeface="Calibri"/>
              </a:rPr>
              <a:t>Scenario 4 – Structural Failure</a:t>
            </a:r>
            <a:endParaRPr lang="en-US" sz="3100" kern="1200">
              <a:latin typeface="+mj-lt"/>
              <a:ea typeface="Calibri"/>
              <a:cs typeface="Calibri"/>
            </a:endParaRPr>
          </a:p>
        </p:txBody>
      </p:sp>
      <p:pic>
        <p:nvPicPr>
          <p:cNvPr id="6" name="Picture 5" descr="A tree that has fallen over&#10;&#10;AI-generated content may be incorrect.">
            <a:extLst>
              <a:ext uri="{FF2B5EF4-FFF2-40B4-BE49-F238E27FC236}">
                <a16:creationId xmlns:a16="http://schemas.microsoft.com/office/drawing/2014/main" id="{80D510E4-BE30-2404-3D64-FEC7A4F09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87" b="14972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095072-FB55-C122-B71E-3B7BB371A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Aging infrastructure across Canada</a:t>
            </a:r>
          </a:p>
          <a:p>
            <a:r>
              <a:rPr lang="en-US" sz="2000">
                <a:ea typeface="Calibri"/>
                <a:cs typeface="Calibri"/>
              </a:rPr>
              <a:t>Weather damage is common in Nova Scotia</a:t>
            </a:r>
          </a:p>
          <a:p>
            <a:r>
              <a:rPr lang="en-US" sz="2000">
                <a:ea typeface="Calibri"/>
                <a:cs typeface="Calibri"/>
              </a:rPr>
              <a:t>Homes and public buildings are vulnerable to failure</a:t>
            </a:r>
          </a:p>
          <a:p>
            <a:r>
              <a:rPr lang="en-US" sz="2000">
                <a:ea typeface="Calibri"/>
                <a:cs typeface="Calibri"/>
              </a:rPr>
              <a:t>Minor issues escalating into major hazards</a:t>
            </a:r>
            <a:endParaRPr lang="en-US" sz="2000"/>
          </a:p>
          <a:p>
            <a:endParaRPr lang="en-US" sz="16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37821-4938-040A-ED9B-0E416C027BCF}"/>
              </a:ext>
            </a:extLst>
          </p:cNvPr>
          <p:cNvSpPr txBox="1"/>
          <p:nvPr/>
        </p:nvSpPr>
        <p:spPr>
          <a:xfrm>
            <a:off x="5974772" y="3593090"/>
            <a:ext cx="3169228" cy="330488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/>
          <a:p>
            <a:pPr algn="r"/>
            <a:r>
              <a:rPr lang="en-US" sz="1200" err="1"/>
              <a:t>ThePhoto</a:t>
            </a:r>
            <a:r>
              <a:rPr lang="en-US" sz="1200"/>
              <a:t> by </a:t>
            </a:r>
            <a:r>
              <a:rPr lang="en-US" sz="1200" err="1"/>
              <a:t>PhotoAuthor</a:t>
            </a:r>
            <a:r>
              <a:rPr lang="en-US" sz="1200"/>
              <a:t> is licensed under CCYYSA.</a:t>
            </a:r>
            <a:endParaRPr lang="en-US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9338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03CC5-B747-466B-563D-4A61F4326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8D8DD3A-7224-55EB-30E9-D8C90DD4F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A318F7-5538-76CC-2428-ED4C59F1C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F22B67-9EEB-DB5B-4CDF-3B268FAF4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892485-B238-1967-7E46-26E94C723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A63070-174E-7142-66D4-86B853E1A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3F24774-A06D-FB18-907D-077822A4D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98829-CD5A-DCFF-FD46-02DFFFBB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Architecture Discussion</a:t>
            </a:r>
            <a:endParaRPr lang="en-US" sz="42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316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EA3A6-BF31-A37F-9297-F54C22ACA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B393E-DB29-CEC3-4975-63D1089BF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79711"/>
            <a:ext cx="8229600" cy="452596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ea typeface="Calibri"/>
                <a:cs typeface="Calibri"/>
              </a:rPr>
              <a:t>Key discussion points:</a:t>
            </a:r>
          </a:p>
          <a:p>
            <a:pPr marL="0" indent="0">
              <a:buNone/>
            </a:pPr>
            <a:r>
              <a:rPr lang="en-US" b="1">
                <a:ea typeface="Calibri"/>
                <a:cs typeface="Calibri"/>
              </a:rPr>
              <a:t>Review backend architecture:</a:t>
            </a:r>
          </a:p>
          <a:p>
            <a:r>
              <a:rPr lang="en-US">
                <a:ea typeface="Calibri"/>
                <a:cs typeface="Calibri"/>
              </a:rPr>
              <a:t>Node.js + Express API.</a:t>
            </a:r>
          </a:p>
          <a:p>
            <a:pPr marL="0" indent="0">
              <a:buNone/>
            </a:pPr>
            <a:r>
              <a:rPr lang="en-US" b="1">
                <a:ea typeface="Calibri"/>
                <a:cs typeface="Calibri"/>
              </a:rPr>
              <a:t>Review real-time engine: </a:t>
            </a:r>
          </a:p>
          <a:p>
            <a:r>
              <a:rPr lang="en-US">
                <a:ea typeface="Calibri"/>
                <a:cs typeface="Calibri"/>
              </a:rPr>
              <a:t>Socket.IO namespaces, events, and session flow.</a:t>
            </a:r>
          </a:p>
          <a:p>
            <a:pPr marL="0" indent="0">
              <a:buNone/>
            </a:pPr>
            <a:r>
              <a:rPr lang="en-US" b="1">
                <a:ea typeface="Calibri"/>
                <a:cs typeface="Calibri"/>
              </a:rPr>
              <a:t>Review frontend: </a:t>
            </a:r>
          </a:p>
          <a:p>
            <a:r>
              <a:rPr lang="en-US">
                <a:ea typeface="Calibri"/>
                <a:cs typeface="Calibri"/>
              </a:rPr>
              <a:t>React components, admin dashboard, trainee UI.</a:t>
            </a:r>
            <a:endParaRPr lang="en-US"/>
          </a:p>
          <a:p>
            <a:pPr marL="0" indent="0">
              <a:buNone/>
            </a:pPr>
            <a:r>
              <a:rPr lang="en-US" b="1">
                <a:ea typeface="Calibri"/>
                <a:cs typeface="Calibri"/>
              </a:rPr>
              <a:t>Decision points:</a:t>
            </a:r>
          </a:p>
          <a:p>
            <a:r>
              <a:rPr lang="en-US">
                <a:ea typeface="Calibri"/>
                <a:cs typeface="Calibri"/>
              </a:rPr>
              <a:t>Confirm API contract expectations.</a:t>
            </a:r>
          </a:p>
          <a:p>
            <a:r>
              <a:rPr lang="en-US">
                <a:ea typeface="Calibri"/>
                <a:cs typeface="Calibri"/>
              </a:rPr>
              <a:t>Approve real-time event structure and escalation logic.</a:t>
            </a:r>
          </a:p>
          <a:p>
            <a:r>
              <a:rPr lang="en-US">
                <a:ea typeface="Calibri"/>
                <a:cs typeface="Calibri"/>
              </a:rPr>
              <a:t>Validate that architecture meets performance targets.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57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B28DC-D382-11B0-583F-E6E944DF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E85A2E4-E44F-E460-1FBF-87F534EDD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C5A44E-5C08-451B-798C-0B2869CCB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F6AF60-216E-DB01-12AE-9C24A0B1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6C1FC6-ABEB-C535-9B2D-68162BF4B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4B4B54-87EB-4481-BA8F-C4F590DEE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216576B-5E0F-A812-FDF5-47AB3B7B2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C9ACB-00DB-B508-DA53-8D1A96E6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Risk Discussion</a:t>
            </a:r>
            <a:endParaRPr lang="en-US" sz="42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195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Risks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90298E0-86A1-1F15-6980-380508F995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512465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75F2B-E4E1-23BB-FBBF-58A92118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Risk Review &amp;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CE19-D161-5401-DA82-3D6891342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2000" b="1"/>
              <a:t>Key discussion points:</a:t>
            </a:r>
            <a:endParaRPr lang="en-US" b="1"/>
          </a:p>
          <a:p>
            <a:r>
              <a:rPr lang="en-CA" sz="2000"/>
              <a:t>Real-time sync drift → early Socket.IO prototyping.</a:t>
            </a:r>
            <a:endParaRPr lang="en-CA" sz="2000">
              <a:ea typeface="Calibri"/>
              <a:cs typeface="Calibri"/>
            </a:endParaRPr>
          </a:p>
          <a:p>
            <a:r>
              <a:rPr lang="en-CA" sz="2000"/>
              <a:t>Scope creep → MVP guardrails.</a:t>
            </a:r>
            <a:endParaRPr lang="en-CA" sz="2000">
              <a:ea typeface="Calibri"/>
              <a:cs typeface="Calibri"/>
            </a:endParaRPr>
          </a:p>
          <a:p>
            <a:r>
              <a:rPr lang="en-CA" sz="2000"/>
              <a:t>Dependency conflicts → pinned versions &amp; lockfiles.</a:t>
            </a:r>
          </a:p>
          <a:p>
            <a:r>
              <a:rPr lang="en-CA" sz="2000"/>
              <a:t>Timeline compression → parallel work where possible.</a:t>
            </a:r>
            <a:endParaRPr lang="en-CA" sz="2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CA" sz="2000" b="1"/>
              <a:t>Decision points:</a:t>
            </a:r>
            <a:endParaRPr lang="en-CA" sz="2000" b="1">
              <a:ea typeface="Calibri"/>
              <a:cs typeface="Calibri"/>
            </a:endParaRPr>
          </a:p>
          <a:p>
            <a:r>
              <a:rPr lang="en-CA" sz="2000"/>
              <a:t>Approve risk mitigation strategies.</a:t>
            </a:r>
            <a:endParaRPr lang="en-CA" sz="2000">
              <a:ea typeface="Calibri"/>
              <a:cs typeface="Calibri"/>
            </a:endParaRPr>
          </a:p>
          <a:p>
            <a:r>
              <a:rPr lang="en-CA" sz="2000"/>
              <a:t>Identify any additional risks for tracking.</a:t>
            </a:r>
            <a:endParaRPr lang="en-CA" sz="2000">
              <a:ea typeface="Calibri"/>
              <a:cs typeface="Calibri"/>
            </a:endParaRPr>
          </a:p>
          <a:p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3636561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9251F-9713-77A0-8693-1A3540C2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D8D5DD6-98F9-8D4F-B7B2-045F1807B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ADEA4E-BF3C-05CA-BB88-0C16990A8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851B5B-8FD6-0589-E514-27BB2473D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EEA088-9EE5-5CCA-0939-4CC71A4A2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2BF806-8855-C330-08AF-E7AA0801C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31E57FF-B2E6-48EB-FAE1-1C95009F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8F7EA-DB81-1E1E-ED22-7EBA5BDE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Timeline Discussion</a:t>
            </a:r>
            <a:endParaRPr lang="en-US" sz="42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553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Timeline</a:t>
            </a:r>
            <a:endParaRPr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1AB9FF-4777-4389-E843-CD33E19F9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4461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E0151-9916-7F99-B515-019D3A74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CA" sz="3200">
                <a:solidFill>
                  <a:srgbClr val="FFFFFF"/>
                </a:solidFill>
              </a:rPr>
              <a:t>Timeline Review &amp; Dependency Highlights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445ACC4-B7A3-A247-C8BA-DC4CBA348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2000" b="1"/>
              <a:t>Key discussion points:</a:t>
            </a:r>
            <a:endParaRPr lang="en-US" b="1"/>
          </a:p>
          <a:p>
            <a:r>
              <a:rPr lang="en-CA" sz="2000"/>
              <a:t>Review 11-week development schedule and SCRUM sprints: </a:t>
            </a:r>
            <a:endParaRPr lang="en-CA" sz="2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CA" sz="2000"/>
              <a:t>      backend – frontend – scenario → testing &amp; changes.</a:t>
            </a:r>
            <a:endParaRPr lang="en-CA" sz="2000">
              <a:ea typeface="Calibri"/>
              <a:cs typeface="Calibri"/>
            </a:endParaRPr>
          </a:p>
          <a:p>
            <a:r>
              <a:rPr lang="en-CA" sz="2000"/>
              <a:t>Identify dependencies (e.g., backend sockets must exist before frontend log UI).</a:t>
            </a:r>
          </a:p>
          <a:p>
            <a:r>
              <a:rPr lang="en-CA" sz="2000"/>
              <a:t>Review Gantt chart to confirm sequencing &amp; resource constraints.</a:t>
            </a:r>
          </a:p>
          <a:p>
            <a:pPr marL="0" indent="0">
              <a:buNone/>
            </a:pPr>
            <a:r>
              <a:rPr lang="en-CA" sz="2000" b="1"/>
              <a:t>Decision points:</a:t>
            </a:r>
            <a:endParaRPr lang="en-CA" sz="2000" b="1">
              <a:ea typeface="Calibri"/>
              <a:cs typeface="Calibri"/>
            </a:endParaRPr>
          </a:p>
          <a:p>
            <a:r>
              <a:rPr lang="en-CA" sz="2000"/>
              <a:t>Confirm timeline feasibility.</a:t>
            </a:r>
            <a:endParaRPr lang="en-CA" sz="2000">
              <a:ea typeface="Calibri"/>
              <a:cs typeface="Calibri"/>
            </a:endParaRPr>
          </a:p>
          <a:p>
            <a:r>
              <a:rPr lang="en-CA" sz="2000"/>
              <a:t>Approve dependency ordering and risk cushions.</a:t>
            </a:r>
            <a:endParaRPr lang="en-CA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5833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B3EBF-E884-F255-2E2B-3D4E5C405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31B6C2D-752D-FEFF-4F58-1B740C7C5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5DBE40-CAE3-E030-92B7-8C721596A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4ACF49-B099-670F-B71D-CC7544FFE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8C5ABC-CCB4-6854-A19D-8114D3E14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332CD5-1746-40C3-D46C-6C4768886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5A6960E-C62D-5929-D72B-BD0DEB0E3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B507B-2B73-F956-E82A-F080D1B2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Next Steps Discussion</a:t>
            </a:r>
            <a:endParaRPr lang="en-US" sz="42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349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2BD854-DC34-422E-B69D-2E148036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Immediate Next Steps &amp;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7078-3F8A-9082-0663-3F92AAFF2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Key discussion points:</a:t>
            </a:r>
            <a:endParaRPr lang="en-US"/>
          </a:p>
          <a:p>
            <a:r>
              <a:rPr lang="en-US" sz="2000"/>
              <a:t>Confirm what must be completed in Development Week 5–6: requirements, repo, scaffolding.</a:t>
            </a: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/>
              <a:t>Assign tasks:</a:t>
            </a:r>
            <a:endParaRPr lang="en-US" sz="2000" b="1">
              <a:ea typeface="Calibri"/>
              <a:cs typeface="Calibri"/>
            </a:endParaRPr>
          </a:p>
          <a:p>
            <a:r>
              <a:rPr lang="en-US" sz="2000"/>
              <a:t>Backend initialization, React scaffold, scenario draft.</a:t>
            </a: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/>
              <a:t>Decision points:</a:t>
            </a:r>
            <a:endParaRPr lang="en-US" sz="2000" b="1">
              <a:ea typeface="Calibri"/>
              <a:cs typeface="Calibri"/>
            </a:endParaRPr>
          </a:p>
          <a:p>
            <a:r>
              <a:rPr lang="en-US" sz="2000"/>
              <a:t>Approve Development Week 5–6 tasks.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Confirm task owners and deadlines.</a:t>
            </a:r>
            <a:endParaRPr lang="en-US" sz="2000">
              <a:ea typeface="Calibri"/>
              <a:cs typeface="Calibri"/>
            </a:endParaRPr>
          </a:p>
          <a:p>
            <a:endParaRPr lang="en-CA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2804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302DD-264D-B6D6-02A7-95741519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200" b="1" i="1">
                <a:solidFill>
                  <a:srgbClr val="FFFFFF"/>
                </a:solidFill>
                <a:ea typeface="Calibri"/>
                <a:cs typeface="Calibri"/>
              </a:rPr>
              <a:t>Q &amp; A</a:t>
            </a:r>
            <a:endParaRPr lang="en-US" sz="7200" b="1" i="1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99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Project Kickoff Meeting</vt:lpstr>
      <vt:lpstr>Agenda</vt:lpstr>
      <vt:lpstr>Welcome &amp; Introductions</vt:lpstr>
      <vt:lpstr>Welcome</vt:lpstr>
      <vt:lpstr>Team Members of Nibble</vt:lpstr>
      <vt:lpstr>RACI</vt:lpstr>
      <vt:lpstr>How We Will Collaborate</vt:lpstr>
      <vt:lpstr>Project Context</vt:lpstr>
      <vt:lpstr>Why This Project Exists</vt:lpstr>
      <vt:lpstr>SIRE Overview</vt:lpstr>
      <vt:lpstr>Project Scope</vt:lpstr>
      <vt:lpstr>Objectives (SMART)</vt:lpstr>
      <vt:lpstr>SPECIFIC</vt:lpstr>
      <vt:lpstr>MEASURABLE</vt:lpstr>
      <vt:lpstr>ACHIEVABLE</vt:lpstr>
      <vt:lpstr>RELEVANT</vt:lpstr>
      <vt:lpstr>TIME-BOUND</vt:lpstr>
      <vt:lpstr>Incident Response Scenarios</vt:lpstr>
      <vt:lpstr>Scenario 1 – Fire Incident</vt:lpstr>
      <vt:lpstr>Scenario 2 – Active Threat</vt:lpstr>
      <vt:lpstr>Scenario 3 – Medical Emergency</vt:lpstr>
      <vt:lpstr>Scenario 4 – Structural Failure</vt:lpstr>
      <vt:lpstr>Architecture Discussion</vt:lpstr>
      <vt:lpstr>ARCHITECTURE OVERVIEW</vt:lpstr>
      <vt:lpstr>Risk Discussion</vt:lpstr>
      <vt:lpstr>Risks</vt:lpstr>
      <vt:lpstr>Risk Review &amp; Mitigations</vt:lpstr>
      <vt:lpstr>Timeline Discussion</vt:lpstr>
      <vt:lpstr>Development Timeline</vt:lpstr>
      <vt:lpstr>Timeline Review &amp; Dependency Highlights</vt:lpstr>
      <vt:lpstr>Next Steps Discussion</vt:lpstr>
      <vt:lpstr>Immediate Next Steps &amp; Assignments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Burchell,Thomas</dc:creator>
  <cp:keywords/>
  <dc:description>generated using python-pptx</dc:description>
  <cp:revision>1</cp:revision>
  <dcterms:created xsi:type="dcterms:W3CDTF">2013-01-27T09:14:16Z</dcterms:created>
  <dcterms:modified xsi:type="dcterms:W3CDTF">2026-02-04T14:55:08Z</dcterms:modified>
  <cp:category/>
</cp:coreProperties>
</file>